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68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79BEF7-A89B-4773-9AB8-AA8E5022EB31}" v="26" dt="2019-12-02T18:15:50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6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02" y="3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0.31400210587026417</c:v>
                </c:pt>
                <c:pt idx="1">
                  <c:v>0.34099011624860903</c:v>
                </c:pt>
                <c:pt idx="2">
                  <c:v>0.36950498650543256</c:v>
                </c:pt>
                <c:pt idx="3">
                  <c:v>0.39954677081269507</c:v>
                </c:pt>
                <c:pt idx="4">
                  <c:v>0.43110557792498755</c:v>
                </c:pt>
                <c:pt idx="5">
                  <c:v>0.46416098256929744</c:v>
                </c:pt>
                <c:pt idx="6">
                  <c:v>0.49868152858998904</c:v>
                </c:pt>
                <c:pt idx="7">
                  <c:v>0.53462433691329181</c:v>
                </c:pt>
                <c:pt idx="8">
                  <c:v>0.57193482987410804</c:v>
                </c:pt>
                <c:pt idx="9">
                  <c:v>0.61054658153878461</c:v>
                </c:pt>
                <c:pt idx="10">
                  <c:v>0.65038130140520445</c:v>
                </c:pt>
                <c:pt idx="11">
                  <c:v>0.69134895632748006</c:v>
                </c:pt>
                <c:pt idx="12">
                  <c:v>0.73334803277255145</c:v>
                </c:pt>
                <c:pt idx="13">
                  <c:v>0.77626593865766136</c:v>
                </c:pt>
                <c:pt idx="14">
                  <c:v>0.81997954113600757</c:v>
                </c:pt>
                <c:pt idx="15">
                  <c:v>0.86435583389122472</c:v>
                </c:pt>
                <c:pt idx="16">
                  <c:v>0.90925272486617936</c:v>
                </c:pt>
                <c:pt idx="17">
                  <c:v>0.95451993297797821</c:v>
                </c:pt>
                <c:pt idx="18">
                  <c:v>0.99999998033813065</c:v>
                </c:pt>
                <c:pt idx="19">
                  <c:v>1.0455292648686725</c:v>
                </c:pt>
                <c:pt idx="20" formatCode="0.000_);[Red]\(0.000\)">
                  <c:v>1.0909391970280629</c:v>
                </c:pt>
                <c:pt idx="21" formatCode="0.000_);[Red]\(0.000\)">
                  <c:v>1.1360573836615551</c:v>
                </c:pt>
                <c:pt idx="22" formatCode="0.000_);[Red]\(0.000\)">
                  <c:v>1.1807088417755465</c:v>
                </c:pt>
                <c:pt idx="23" formatCode="0.000_);[Red]\(0.000\)">
                  <c:v>1.224717225290388</c:v>
                </c:pt>
                <c:pt idx="24" formatCode="0.000_);[Red]\(0.000\)">
                  <c:v>1.2679060485188469</c:v>
                </c:pt>
                <c:pt idx="25" formatCode="0.000_);[Red]\(0.000\)">
                  <c:v>1.3100998911995654</c:v>
                </c:pt>
                <c:pt idx="26" formatCode="0.000_);[Red]\(0.000\)">
                  <c:v>1.3511255713250563</c:v>
                </c:pt>
                <c:pt idx="27" formatCode="0.000_);[Red]\(0.000\)">
                  <c:v>1.3908132736717955</c:v>
                </c:pt>
                <c:pt idx="28" formatCode="0.000_);[Red]\(0.000\)">
                  <c:v>1.4289976237897759</c:v>
                </c:pt>
                <c:pt idx="29" formatCode="0.000_);[Red]\(0.000\)">
                  <c:v>1.4655186991632407</c:v>
                </c:pt>
                <c:pt idx="30" formatCode="0.000_);[Red]\(0.000\)">
                  <c:v>1.5002229712377075</c:v>
                </c:pt>
                <c:pt idx="31" formatCode="0.000_);[Red]\(0.000\)">
                  <c:v>1.5329641739504023</c:v>
                </c:pt>
                <c:pt idx="32" formatCode="0.000_);[Red]\(0.000\)">
                  <c:v>1.5636040962387934</c:v>
                </c:pt>
                <c:pt idx="33" formatCode="0.000_);[Red]\(0.000\)">
                  <c:v>1.5920132976815096</c:v>
                </c:pt>
                <c:pt idx="34" formatCode="0.000_);[Red]\(0.000\)">
                  <c:v>1.6180717479042204</c:v>
                </c:pt>
                <c:pt idx="35" formatCode="0.000_);[Red]\(0.000\)">
                  <c:v>1.6416693916279967</c:v>
                </c:pt>
                <c:pt idx="36" formatCode="0.000_);[Red]\(0.000\)">
                  <c:v>1.66270664222813</c:v>
                </c:pt>
                <c:pt idx="37" formatCode="0.000_);[Red]\(0.000\)">
                  <c:v>1.68109480739678</c:v>
                </c:pt>
                <c:pt idx="38" formatCode="0.000_);[Red]\(0.000\)">
                  <c:v>1.6967564509624138</c:v>
                </c:pt>
                <c:pt idx="39" formatCode="0.000_);[Red]\(0.000\)">
                  <c:v>1.7096256951207176</c:v>
                </c:pt>
                <c:pt idx="40" formatCode="0.000_);[Red]\(0.000\)">
                  <c:v>1.7196484672908738</c:v>
                </c:pt>
                <c:pt idx="41" formatCode="0.000_);[Red]\(0.000\)">
                  <c:v>1.7267826955497076</c:v>
                </c:pt>
                <c:pt idx="42" formatCode="0.000_);[Red]\(0.000\)">
                  <c:v>1.7309984561409313</c:v>
                </c:pt>
                <c:pt idx="43" formatCode="0.000_);[Red]\(0.000\)">
                  <c:v>1.7322780759385945</c:v>
                </c:pt>
                <c:pt idx="44" formatCode="0.000_);[Red]\(0.000\)">
                  <c:v>1.730616191996728</c:v>
                </c:pt>
                <c:pt idx="45" formatCode="0.000_);[Red]\(0.000\)">
                  <c:v>1.7260197694772683</c:v>
                </c:pt>
                <c:pt idx="46" formatCode="0.000_);[Red]\(0.000\)">
                  <c:v>1.7185080783531497</c:v>
                </c:pt>
                <c:pt idx="47" formatCode="0.000_);[Red]\(0.000\)">
                  <c:v>1.7081126283715402</c:v>
                </c:pt>
                <c:pt idx="48" formatCode="0.000_);[Red]\(0.000\)">
                  <c:v>1.6948770608719947</c:v>
                </c:pt>
                <c:pt idx="49" formatCode="0.000_);[Red]\(0.000\)">
                  <c:v>1.6788569952243864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59-4EF2-A94E-6B4CC98CDB9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0.23890032728651373</c:v>
                </c:pt>
                <c:pt idx="1">
                  <c:v>0.26496219808509286</c:v>
                </c:pt>
                <c:pt idx="2">
                  <c:v>0.29303909446708226</c:v>
                </c:pt>
                <c:pt idx="3">
                  <c:v>0.32317574257243403</c:v>
                </c:pt>
                <c:pt idx="4">
                  <c:v>0.35540301802884849</c:v>
                </c:pt>
                <c:pt idx="5">
                  <c:v>0.38973631573714218</c:v>
                </c:pt>
                <c:pt idx="6">
                  <c:v>0.42617404300056455</c:v>
                </c:pt>
                <c:pt idx="7">
                  <c:v>0.46469627978529915</c:v>
                </c:pt>
                <c:pt idx="8">
                  <c:v>0.50526364847249261</c:v>
                </c:pt>
                <c:pt idx="9">
                  <c:v>0.54781643231550958</c:v>
                </c:pt>
                <c:pt idx="10">
                  <c:v>0.59227397695025141</c:v>
                </c:pt>
                <c:pt idx="11">
                  <c:v>0.63853440282183571</c:v>
                </c:pt>
                <c:pt idx="12">
                  <c:v>0.68647464849072559</c:v>
                </c:pt>
                <c:pt idx="13">
                  <c:v>0.73595085576543084</c:v>
                </c:pt>
                <c:pt idx="14">
                  <c:v>0.78679909785951929</c:v>
                </c:pt>
                <c:pt idx="15">
                  <c:v>0.83883644173117677</c:v>
                </c:pt>
                <c:pt idx="16">
                  <c:v>0.8918623259093249</c:v>
                </c:pt>
                <c:pt idx="17">
                  <c:v>0.9456602259174931</c:v>
                </c:pt>
                <c:pt idx="18">
                  <c:v>0.99999957131856421</c:v>
                </c:pt>
                <c:pt idx="19">
                  <c:v>1.0546378718001517</c:v>
                </c:pt>
                <c:pt idx="20" formatCode="0.000_);[Red]\(0.000\)">
                  <c:v>1.1093230048924396</c:v>
                </c:pt>
                <c:pt idx="21" formatCode="0.000_);[Red]\(0.000\)">
                  <c:v>1.1637956150409421</c:v>
                </c:pt>
                <c:pt idx="22" formatCode="0.000_);[Red]\(0.000\)">
                  <c:v>1.2177915729120525</c:v>
                </c:pt>
                <c:pt idx="23" formatCode="0.000_);[Red]\(0.000\)">
                  <c:v>1.271044444938819</c:v>
                </c:pt>
                <c:pt idx="24" formatCode="0.000_);[Red]\(0.000\)">
                  <c:v>1.323287926060061</c:v>
                </c:pt>
                <c:pt idx="25" formatCode="0.000_);[Red]\(0.000\)">
                  <c:v>1.3742581931188904</c:v>
                </c:pt>
                <c:pt idx="26" formatCode="0.000_);[Red]\(0.000\)">
                  <c:v>1.4236961421500114</c:v>
                </c:pt>
                <c:pt idx="27" formatCode="0.000_);[Red]\(0.000\)">
                  <c:v>1.4713494794392599</c:v>
                </c:pt>
                <c:pt idx="28" formatCode="0.000_);[Red]\(0.000\)">
                  <c:v>1.5169746434077329</c:v>
                </c:pt>
                <c:pt idx="29" formatCode="0.000_);[Red]\(0.000\)">
                  <c:v>1.5603385416886302</c:v>
                </c:pt>
                <c:pt idx="30" formatCode="0.000_);[Red]\(0.000\)">
                  <c:v>1.60122009488858</c:v>
                </c:pt>
                <c:pt idx="31" formatCode="0.000_);[Red]\(0.000\)">
                  <c:v>1.6394115851629028</c:v>
                </c:pt>
                <c:pt idx="32" formatCode="0.000_);[Red]\(0.000\)">
                  <c:v>1.6747198136478469</c:v>
                </c:pt>
                <c:pt idx="33" formatCode="0.000_);[Red]\(0.000\)">
                  <c:v>1.7069670758053317</c:v>
                </c:pt>
                <c:pt idx="34" formatCode="0.000_);[Red]\(0.000\)">
                  <c:v>1.7359919677317401</c:v>
                </c:pt>
                <c:pt idx="35" formatCode="0.000_);[Red]\(0.000\)">
                  <c:v>1.7616500394043422</c:v>
                </c:pt>
                <c:pt idx="36" formatCode="0.000_);[Red]\(0.000\)">
                  <c:v>1.7838143126810044</c:v>
                </c:pt>
                <c:pt idx="37" formatCode="0.000_);[Red]\(0.000\)">
                  <c:v>1.802375682668053</c:v>
                </c:pt>
                <c:pt idx="38" formatCode="0.000_);[Red]\(0.000\)">
                  <c:v>1.8172432208986635</c:v>
                </c:pt>
                <c:pt idx="39" formatCode="0.000_);[Red]\(0.000\)">
                  <c:v>1.8283443977163072</c:v>
                </c:pt>
                <c:pt idx="40" formatCode="0.000_);[Red]\(0.000\)">
                  <c:v>1.8356252394479668</c:v>
                </c:pt>
                <c:pt idx="41" formatCode="0.000_);[Red]\(0.000\)">
                  <c:v>1.8390504335040685</c:v>
                </c:pt>
                <c:pt idx="42" formatCode="0.000_);[Red]\(0.000\)">
                  <c:v>1.8386033915855937</c:v>
                </c:pt>
                <c:pt idx="43" formatCode="0.000_);[Red]\(0.000\)">
                  <c:v>1.8342862778450686</c:v>
                </c:pt>
                <c:pt idx="44" formatCode="0.000_);[Red]\(0.000\)">
                  <c:v>1.8261200052683608</c:v>
                </c:pt>
                <c:pt idx="45" formatCode="0.000_);[Red]\(0.000\)">
                  <c:v>1.8141441998492254</c:v>
                </c:pt>
                <c:pt idx="46" formatCode="0.000_);[Red]\(0.000\)">
                  <c:v>1.7984171284486132</c:v>
                </c:pt>
                <c:pt idx="47" formatCode="0.000_);[Red]\(0.000\)">
                  <c:v>1.7790155826960998</c:v>
                </c:pt>
                <c:pt idx="48" formatCode="0.000_);[Red]\(0.000\)">
                  <c:v>1.7560347080324146</c:v>
                </c:pt>
                <c:pt idx="49" formatCode="0.000_);[Red]\(0.000\)">
                  <c:v>1.7295877641413637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59-4EF2-A94E-6B4CC98CDB9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0.39039098121391358</c:v>
                </c:pt>
                <c:pt idx="1">
                  <c:v>0.41719532335493453</c:v>
                </c:pt>
                <c:pt idx="2">
                  <c:v>0.44509124899634506</c:v>
                </c:pt>
                <c:pt idx="3">
                  <c:v>0.47405546910485175</c:v>
                </c:pt>
                <c:pt idx="4">
                  <c:v>0.50405794727639552</c:v>
                </c:pt>
                <c:pt idx="5">
                  <c:v>0.53506174523987959</c:v>
                </c:pt>
                <c:pt idx="6">
                  <c:v>0.56702292346717409</c:v>
                </c:pt>
                <c:pt idx="7">
                  <c:v>0.59989050023258017</c:v>
                </c:pt>
                <c:pt idx="8">
                  <c:v>0.63360647169608264</c:v>
                </c:pt>
                <c:pt idx="9">
                  <c:v>0.6681058947446582</c:v>
                </c:pt>
                <c:pt idx="10">
                  <c:v>0.70331703343331342</c:v>
                </c:pt>
                <c:pt idx="11">
                  <c:v>0.7391615689431964</c:v>
                </c:pt>
                <c:pt idx="12">
                  <c:v>0.77555487204018825</c:v>
                </c:pt>
                <c:pt idx="13">
                  <c:v>0.81240633609669333</c:v>
                </c:pt>
                <c:pt idx="14">
                  <c:v>0.84961976785455418</c:v>
                </c:pt>
                <c:pt idx="15">
                  <c:v>0.88709383227971061</c:v>
                </c:pt>
                <c:pt idx="16">
                  <c:v>0.92472254710931789</c:v>
                </c:pt>
                <c:pt idx="17">
                  <c:v>0.96239582203679297</c:v>
                </c:pt>
                <c:pt idx="18">
                  <c:v>1.0000000369339379</c:v>
                </c:pt>
                <c:pt idx="19">
                  <c:v>1.0374186530825023</c:v>
                </c:pt>
                <c:pt idx="20" formatCode="0.000_);[Red]\(0.000\)">
                  <c:v>1.0745328510870027</c:v>
                </c:pt>
                <c:pt idx="21" formatCode="0.000_);[Red]\(0.000\)">
                  <c:v>1.1112221889689939</c:v>
                </c:pt>
                <c:pt idx="22" formatCode="0.000_);[Red]\(0.000\)">
                  <c:v>1.1473652738989211</c:v>
                </c:pt>
                <c:pt idx="23" formatCode="0.000_);[Red]\(0.000\)">
                  <c:v>1.182840441100016</c:v>
                </c:pt>
                <c:pt idx="24" formatCode="0.000_);[Red]\(0.000\)">
                  <c:v>1.2175264336507203</c:v>
                </c:pt>
                <c:pt idx="25" formatCode="0.000_);[Red]\(0.000\)">
                  <c:v>1.2513030772061347</c:v>
                </c:pt>
                <c:pt idx="26" formatCode="0.000_);[Red]\(0.000\)">
                  <c:v>1.2840519440408402</c:v>
                </c:pt>
                <c:pt idx="27" formatCode="0.000_);[Red]\(0.000\)">
                  <c:v>1.3156570012690962</c:v>
                </c:pt>
                <c:pt idx="28" formatCode="0.000_);[Red]\(0.000\)">
                  <c:v>1.3460052386066814</c:v>
                </c:pt>
                <c:pt idx="29" formatCode="0.000_);[Red]\(0.000\)">
                  <c:v>1.3749872715838227</c:v>
                </c:pt>
                <c:pt idx="30" formatCode="0.000_);[Red]\(0.000\)">
                  <c:v>1.4024979166831113</c:v>
                </c:pt>
                <c:pt idx="31" formatCode="0.000_);[Red]\(0.000\)">
                  <c:v>1.4284367354432119</c:v>
                </c:pt>
                <c:pt idx="32" formatCode="0.000_);[Red]\(0.000\)">
                  <c:v>1.4527085451227435</c:v>
                </c:pt>
                <c:pt idx="33" formatCode="0.000_);[Red]\(0.000\)">
                  <c:v>1.4752238940450058</c:v>
                </c:pt>
                <c:pt idx="34" formatCode="0.000_);[Red]\(0.000\)">
                  <c:v>1.4958995002310924</c:v>
                </c:pt>
                <c:pt idx="35" formatCode="0.000_);[Red]\(0.000\)">
                  <c:v>1.5146586523665941</c:v>
                </c:pt>
                <c:pt idx="36" formatCode="0.000_);[Red]\(0.000\)">
                  <c:v>1.5314315725279966</c:v>
                </c:pt>
                <c:pt idx="37" formatCode="0.000_);[Red]\(0.000\)">
                  <c:v>1.5461557404140225</c:v>
                </c:pt>
                <c:pt idx="38" formatCode="0.000_);[Red]\(0.000\)">
                  <c:v>1.558776179081877</c:v>
                </c:pt>
                <c:pt idx="39" formatCode="0.000_);[Red]\(0.000\)">
                  <c:v>1.5692457023782824</c:v>
                </c:pt>
                <c:pt idx="40" formatCode="0.000_);[Red]\(0.000\)">
                  <c:v>1.5775251243822519</c:v>
                </c:pt>
                <c:pt idx="41" formatCode="0.000_);[Red]\(0.000\)">
                  <c:v>1.5835834312445356</c:v>
                </c:pt>
                <c:pt idx="42" formatCode="0.000_);[Red]\(0.000\)">
                  <c:v>1.5873979158232503</c:v>
                </c:pt>
                <c:pt idx="43" formatCode="0.000_);[Red]\(0.000\)">
                  <c:v>1.5889542754835522</c:v>
                </c:pt>
                <c:pt idx="44" formatCode="0.000_);[Red]\(0.000\)">
                  <c:v>1.5882466733597309</c:v>
                </c:pt>
                <c:pt idx="45" formatCode="0.000_);[Red]\(0.000\)">
                  <c:v>1.585277763280339</c:v>
                </c:pt>
                <c:pt idx="46" formatCode="0.000_);[Red]\(0.000\)">
                  <c:v>1.580058678441018</c:v>
                </c:pt>
                <c:pt idx="47" formatCode="0.000_);[Red]\(0.000\)">
                  <c:v>1.57260898378634</c:v>
                </c:pt>
                <c:pt idx="48" formatCode="0.000_);[Red]\(0.000\)">
                  <c:v>1.562956591941953</c:v>
                </c:pt>
                <c:pt idx="49" formatCode="0.000_);[Red]\(0.000\)">
                  <c:v>1.5511376424325438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59-4EF2-A94E-6B4CC98CD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0.72734297608692333</c:v>
                </c:pt>
                <c:pt idx="1">
                  <c:v>0.86740638008539617</c:v>
                </c:pt>
                <c:pt idx="2">
                  <c:v>0.94558664185063601</c:v>
                </c:pt>
                <c:pt idx="3">
                  <c:v>0.9542748850913485</c:v>
                </c:pt>
                <c:pt idx="4">
                  <c:v>0.98599253130547604</c:v>
                </c:pt>
                <c:pt idx="5">
                  <c:v>1.0005342270445265</c:v>
                </c:pt>
                <c:pt idx="6">
                  <c:v>0.90761288366729764</c:v>
                </c:pt>
                <c:pt idx="7">
                  <c:v>1.1141240566583115</c:v>
                </c:pt>
                <c:pt idx="8">
                  <c:v>1.0917392713599854</c:v>
                </c:pt>
                <c:pt idx="9">
                  <c:v>1.0425202412979866</c:v>
                </c:pt>
                <c:pt idx="10">
                  <c:v>1.2745543797202097</c:v>
                </c:pt>
                <c:pt idx="11">
                  <c:v>1.1997224349522988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A2-4BD5-BF71-5B06EFC6151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0.76841788930803268</c:v>
                </c:pt>
                <c:pt idx="1">
                  <c:v>0.98382927418405342</c:v>
                </c:pt>
                <c:pt idx="2">
                  <c:v>0.93213496540733209</c:v>
                </c:pt>
                <c:pt idx="3">
                  <c:v>0.92301673897196901</c:v>
                </c:pt>
                <c:pt idx="4">
                  <c:v>0.97042974874875898</c:v>
                </c:pt>
                <c:pt idx="5">
                  <c:v>1.0837365785932669</c:v>
                </c:pt>
                <c:pt idx="6">
                  <c:v>0.86683609989242438</c:v>
                </c:pt>
                <c:pt idx="7">
                  <c:v>1.1273289256324754</c:v>
                </c:pt>
                <c:pt idx="8">
                  <c:v>1.1326199230211615</c:v>
                </c:pt>
                <c:pt idx="9">
                  <c:v>0.97720137871005897</c:v>
                </c:pt>
                <c:pt idx="10">
                  <c:v>1.1667688493593902</c:v>
                </c:pt>
                <c:pt idx="11">
                  <c:v>1.1465987605160881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A2-4BD5-BF71-5B06EFC6151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0.68605203168964379</c:v>
                </c:pt>
                <c:pt idx="1">
                  <c:v>0.73030163429927508</c:v>
                </c:pt>
                <c:pt idx="2">
                  <c:v>0.96966519060394674</c:v>
                </c:pt>
                <c:pt idx="3">
                  <c:v>0.99739556743415336</c:v>
                </c:pt>
                <c:pt idx="4">
                  <c:v>1.0103963950593</c:v>
                </c:pt>
                <c:pt idx="5">
                  <c:v>0.89554478486631683</c:v>
                </c:pt>
                <c:pt idx="6">
                  <c:v>0.95881598103446009</c:v>
                </c:pt>
                <c:pt idx="7">
                  <c:v>1.1084541309888238</c:v>
                </c:pt>
                <c:pt idx="8">
                  <c:v>1.0361668372968786</c:v>
                </c:pt>
                <c:pt idx="9">
                  <c:v>1.1339094947064312</c:v>
                </c:pt>
                <c:pt idx="10">
                  <c:v>1.4226501211698244</c:v>
                </c:pt>
                <c:pt idx="11">
                  <c:v>1.2623265395720584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A2-4BD5-BF71-5B06EFC61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1.5598522422017442</c:v>
                </c:pt>
                <c:pt idx="1">
                  <c:v>1.5476240496474252</c:v>
                </c:pt>
                <c:pt idx="2">
                  <c:v>1.4524365001326687</c:v>
                </c:pt>
                <c:pt idx="3">
                  <c:v>1.3270378778176677</c:v>
                </c:pt>
                <c:pt idx="4">
                  <c:v>1.0577973163680874</c:v>
                </c:pt>
                <c:pt idx="5">
                  <c:v>0.96668612431832557</c:v>
                </c:pt>
                <c:pt idx="6">
                  <c:v>0.91079463189201038</c:v>
                </c:pt>
                <c:pt idx="7">
                  <c:v>0.72938964310079457</c:v>
                </c:pt>
                <c:pt idx="8">
                  <c:v>0.66492676605561929</c:v>
                </c:pt>
                <c:pt idx="9">
                  <c:v>0.44389011976363513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B8-44C4-B963-40522212E79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1.0337023829835601</c:v>
                </c:pt>
                <c:pt idx="1">
                  <c:v>1.2409791521137057</c:v>
                </c:pt>
                <c:pt idx="2">
                  <c:v>1.2797950119588393</c:v>
                </c:pt>
                <c:pt idx="3">
                  <c:v>1.2858057643160272</c:v>
                </c:pt>
                <c:pt idx="4">
                  <c:v>1.1211667120649618</c:v>
                </c:pt>
                <c:pt idx="5">
                  <c:v>1.0451912641910786</c:v>
                </c:pt>
                <c:pt idx="6">
                  <c:v>1.0137962731456851</c:v>
                </c:pt>
                <c:pt idx="7">
                  <c:v>0.88452012526865653</c:v>
                </c:pt>
                <c:pt idx="8">
                  <c:v>0.71806312179859211</c:v>
                </c:pt>
                <c:pt idx="9">
                  <c:v>0.60934958703780806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B8-44C4-B963-40522212E79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2.3424601875388174</c:v>
                </c:pt>
                <c:pt idx="1">
                  <c:v>2.0504027829116782</c:v>
                </c:pt>
                <c:pt idx="2">
                  <c:v>1.7387328426453514</c:v>
                </c:pt>
                <c:pt idx="3">
                  <c:v>1.3979420875873352</c:v>
                </c:pt>
                <c:pt idx="4">
                  <c:v>0.9569636500042944</c:v>
                </c:pt>
                <c:pt idx="5">
                  <c:v>0.86853489571298992</c:v>
                </c:pt>
                <c:pt idx="6">
                  <c:v>0.79637227186968396</c:v>
                </c:pt>
                <c:pt idx="7">
                  <c:v>0.56887859974252641</c:v>
                </c:pt>
                <c:pt idx="8">
                  <c:v>0.65515941179760873</c:v>
                </c:pt>
                <c:pt idx="9">
                  <c:v>0.30290121422354283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B8-44C4-B963-40522212E7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0.31028275258012006</c:v>
                </c:pt>
                <c:pt idx="1">
                  <c:v>0.33809851776623329</c:v>
                </c:pt>
                <c:pt idx="2">
                  <c:v>0.3675010592596894</c:v>
                </c:pt>
                <c:pt idx="3">
                  <c:v>0.39847744759445847</c:v>
                </c:pt>
                <c:pt idx="4">
                  <c:v>0.43100178485049595</c:v>
                </c:pt>
                <c:pt idx="5">
                  <c:v>0.46503446634892903</c:v>
                </c:pt>
                <c:pt idx="6">
                  <c:v>0.50052156809574533</c:v>
                </c:pt>
                <c:pt idx="7">
                  <c:v>0.5373943782674192</c:v>
                </c:pt>
                <c:pt idx="8">
                  <c:v>0.57556908924290673</c:v>
                </c:pt>
                <c:pt idx="9">
                  <c:v>0.61494666439727119</c:v>
                </c:pt>
                <c:pt idx="10">
                  <c:v>0.655412891128477</c:v>
                </c:pt>
                <c:pt idx="11">
                  <c:v>0.69683862845524036</c:v>
                </c:pt>
                <c:pt idx="12">
                  <c:v>0.7390802540817224</c:v>
                </c:pt>
                <c:pt idx="13">
                  <c:v>0.78198031216973773</c:v>
                </c:pt>
                <c:pt idx="14">
                  <c:v>0.82536835929629015</c:v>
                </c:pt>
                <c:pt idx="15">
                  <c:v>0.86906200231424491</c:v>
                </c:pt>
                <c:pt idx="16">
                  <c:v>0.9128681181877164</c:v>
                </c:pt>
                <c:pt idx="17">
                  <c:v>0.95658424244747364</c:v>
                </c:pt>
                <c:pt idx="18">
                  <c:v>1.0000001098018243</c:v>
                </c:pt>
                <c:pt idx="19">
                  <c:v>1.0428993277277951</c:v>
                </c:pt>
                <c:pt idx="20">
                  <c:v>1.0850611616211878</c:v>
                </c:pt>
                <c:pt idx="21">
                  <c:v>1.126262408347759</c:v>
                </c:pt>
                <c:pt idx="22">
                  <c:v>1.1662793338356905</c:v>
                </c:pt>
                <c:pt idx="23">
                  <c:v>1.2048896496847039</c:v>
                </c:pt>
                <c:pt idx="24">
                  <c:v>1.2418745036226722</c:v>
                </c:pt>
                <c:pt idx="25">
                  <c:v>1.2770204589811336</c:v>
                </c:pt>
                <c:pt idx="26">
                  <c:v>1.31012143913665</c:v>
                </c:pt>
                <c:pt idx="27">
                  <c:v>1.3409806140139158</c:v>
                </c:pt>
                <c:pt idx="28">
                  <c:v>1.3694122071998731</c:v>
                </c:pt>
                <c:pt idx="29">
                  <c:v>1.3952432039037956</c:v>
                </c:pt>
                <c:pt idx="30">
                  <c:v>1.4183149418449308</c:v>
                </c:pt>
                <c:pt idx="31">
                  <c:v>1.4384845690899777</c:v>
                </c:pt>
                <c:pt idx="32">
                  <c:v>1.4556263548381589</c:v>
                </c:pt>
                <c:pt idx="33">
                  <c:v>1.4696328411126156</c:v>
                </c:pt>
                <c:pt idx="34">
                  <c:v>1.4804158252257678</c:v>
                </c:pt>
                <c:pt idx="35">
                  <c:v>1.4879071647182214</c:v>
                </c:pt>
                <c:pt idx="36">
                  <c:v>1.4920593982133112</c:v>
                </c:pt>
                <c:pt idx="37">
                  <c:v>1.4928461772821446</c:v>
                </c:pt>
                <c:pt idx="38">
                  <c:v>1.4902625059872314</c:v>
                </c:pt>
                <c:pt idx="39">
                  <c:v>1.4843247862852502</c:v>
                </c:pt>
                <c:pt idx="40">
                  <c:v>1.4750706689464332</c:v>
                </c:pt>
                <c:pt idx="41">
                  <c:v>1.4625587111180556</c:v>
                </c:pt>
                <c:pt idx="42">
                  <c:v>1.4468678431519526</c:v>
                </c:pt>
                <c:pt idx="43">
                  <c:v>1.4280966488581406</c:v>
                </c:pt>
                <c:pt idx="44">
                  <c:v>1.4063624649603466</c:v>
                </c:pt>
                <c:pt idx="45">
                  <c:v>1.3818003072292986</c:v>
                </c:pt>
                <c:pt idx="46">
                  <c:v>1.3545616325606098</c:v>
                </c:pt>
                <c:pt idx="47">
                  <c:v>1.3248129481393791</c:v>
                </c:pt>
                <c:pt idx="48">
                  <c:v>1.2927342807742899</c:v>
                </c:pt>
                <c:pt idx="49">
                  <c:v>1.2585175214580868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0.2632659820220678</c:v>
                </c:pt>
                <c:pt idx="1">
                  <c:v>0.29106249139663948</c:v>
                </c:pt>
                <c:pt idx="2">
                  <c:v>0.32079658072383871</c:v>
                </c:pt>
                <c:pt idx="3">
                  <c:v>0.35247223200011496</c:v>
                </c:pt>
                <c:pt idx="4">
                  <c:v>0.38607517565835309</c:v>
                </c:pt>
                <c:pt idx="5">
                  <c:v>0.4215714369649245</c:v>
                </c:pt>
                <c:pt idx="6">
                  <c:v>0.45890609161582829</c:v>
                </c:pt>
                <c:pt idx="7">
                  <c:v>0.49800227279475917</c:v>
                </c:pt>
                <c:pt idx="8">
                  <c:v>0.53876046826366419</c:v>
                </c:pt>
                <c:pt idx="9">
                  <c:v>0.58105814086963092</c:v>
                </c:pt>
                <c:pt idx="10">
                  <c:v>0.62474969929469004</c:v>
                </c:pt>
                <c:pt idx="11">
                  <c:v>0.66966683814732797</c:v>
                </c:pt>
                <c:pt idx="12">
                  <c:v>0.71561925786444025</c:v>
                </c:pt>
                <c:pt idx="13">
                  <c:v>0.76239576568370604</c:v>
                </c:pt>
                <c:pt idx="14">
                  <c:v>0.80976574952020774</c:v>
                </c:pt>
                <c:pt idx="15">
                  <c:v>0.85748100731521437</c:v>
                </c:pt>
                <c:pt idx="16">
                  <c:v>0.90527790569082822</c:v>
                </c:pt>
                <c:pt idx="17">
                  <c:v>0.95287983388384023</c:v>
                </c:pt>
                <c:pt idx="18">
                  <c:v>0.99999991223792539</c:v>
                </c:pt>
                <c:pt idx="19">
                  <c:v>1.0463439092303937</c:v>
                </c:pt>
                <c:pt idx="20">
                  <c:v>1.0916133172442539</c:v>
                </c:pt>
                <c:pt idx="21">
                  <c:v>1.1355085351292693</c:v>
                </c:pt>
                <c:pt idx="22">
                  <c:v>1.1777321050031537</c:v>
                </c:pt>
                <c:pt idx="23">
                  <c:v>1.2179919516233499</c:v>
                </c:pt>
                <c:pt idx="24">
                  <c:v>1.2560045748412412</c:v>
                </c:pt>
                <c:pt idx="25">
                  <c:v>1.2914981489123036</c:v>
                </c:pt>
                <c:pt idx="26">
                  <c:v>1.3242154865222118</c:v>
                </c:pt>
                <c:pt idx="27">
                  <c:v>1.3539168300296496</c:v>
                </c:pt>
                <c:pt idx="28">
                  <c:v>1.3803824373548164</c:v>
                </c:pt>
                <c:pt idx="29">
                  <c:v>1.4034149349117024</c:v>
                </c:pt>
                <c:pt idx="30">
                  <c:v>1.422841414779805</c:v>
                </c:pt>
                <c:pt idx="31">
                  <c:v>1.4385152577694966</c:v>
                </c:pt>
                <c:pt idx="32">
                  <c:v>1.4503176680384959</c:v>
                </c:pt>
                <c:pt idx="33">
                  <c:v>1.4581589084028914</c:v>
                </c:pt>
                <c:pt idx="34">
                  <c:v>1.4619792284464295</c:v>
                </c:pt>
                <c:pt idx="35">
                  <c:v>1.4617494800073878</c:v>
                </c:pt>
                <c:pt idx="36">
                  <c:v>1.4574714166967977</c:v>
                </c:pt>
                <c:pt idx="37">
                  <c:v>1.449177675892624</c:v>
                </c:pt>
                <c:pt idx="38">
                  <c:v>1.4369314433020213</c:v>
                </c:pt>
                <c:pt idx="39">
                  <c:v>1.420825801840097</c:v>
                </c:pt>
                <c:pt idx="40">
                  <c:v>1.4009827683898102</c:v>
                </c:pt>
                <c:pt idx="41">
                  <c:v>1.3775520241222241</c:v>
                </c:pt>
                <c:pt idx="42">
                  <c:v>1.3507093465833588</c:v>
                </c:pt>
                <c:pt idx="43">
                  <c:v>1.3206547547725727</c:v>
                </c:pt>
                <c:pt idx="44">
                  <c:v>1.2876103819834142</c:v>
                </c:pt>
                <c:pt idx="45">
                  <c:v>1.2518180952368363</c:v>
                </c:pt>
                <c:pt idx="46">
                  <c:v>1.213536884640497</c:v>
                </c:pt>
                <c:pt idx="47">
                  <c:v>1.1730400508342087</c:v>
                </c:pt>
                <c:pt idx="48">
                  <c:v>1.1306122236574885</c:v>
                </c:pt>
                <c:pt idx="49">
                  <c:v>1.0865462500836862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0.39338436696209739</c:v>
                </c:pt>
                <c:pt idx="1">
                  <c:v>0.42006486865499182</c:v>
                </c:pt>
                <c:pt idx="2">
                  <c:v>0.44782492745281405</c:v>
                </c:pt>
                <c:pt idx="3">
                  <c:v>0.47664278715034603</c:v>
                </c:pt>
                <c:pt idx="4">
                  <c:v>0.50649007645650901</c:v>
                </c:pt>
                <c:pt idx="5">
                  <c:v>0.53733160218693432</c:v>
                </c:pt>
                <c:pt idx="6">
                  <c:v>0.56912518845911608</c:v>
                </c:pt>
                <c:pt idx="7">
                  <c:v>0.60182156596630554</c:v>
                </c:pt>
                <c:pt idx="8">
                  <c:v>0.63536431497006451</c:v>
                </c:pt>
                <c:pt idx="9">
                  <c:v>0.66968986514184825</c:v>
                </c:pt>
                <c:pt idx="10">
                  <c:v>0.70472755480796967</c:v>
                </c:pt>
                <c:pt idx="11">
                  <c:v>0.74039975151817361</c:v>
                </c:pt>
                <c:pt idx="12">
                  <c:v>0.77662203517576378</c:v>
                </c:pt>
                <c:pt idx="13">
                  <c:v>0.81330344424801659</c:v>
                </c:pt>
                <c:pt idx="14">
                  <c:v>0.85034678483170889</c:v>
                </c:pt>
                <c:pt idx="15">
                  <c:v>0.88764900159291726</c:v>
                </c:pt>
                <c:pt idx="16">
                  <c:v>0.92510160884605919</c:v>
                </c:pt>
                <c:pt idx="17">
                  <c:v>0.9625911792977152</c:v>
                </c:pt>
                <c:pt idx="18">
                  <c:v>0.99999988726892042</c:v>
                </c:pt>
                <c:pt idx="19">
                  <c:v>1.0372061025375194</c:v>
                </c:pt>
                <c:pt idx="20">
                  <c:v>1.0740850303208995</c:v>
                </c:pt>
                <c:pt idx="21">
                  <c:v>1.1105093923587146</c:v>
                </c:pt>
                <c:pt idx="22">
                  <c:v>1.1463501435633032</c:v>
                </c:pt>
                <c:pt idx="23">
                  <c:v>1.181477218288826</c:v>
                </c:pt>
                <c:pt idx="24">
                  <c:v>1.2157602999333925</c:v>
                </c:pt>
                <c:pt idx="25">
                  <c:v>1.2490696073342438</c:v>
                </c:pt>
                <c:pt idx="26">
                  <c:v>1.2812766912455194</c:v>
                </c:pt>
                <c:pt idx="27">
                  <c:v>1.3122552341001281</c:v>
                </c:pt>
                <c:pt idx="28">
                  <c:v>1.3418818462495417</c:v>
                </c:pt>
                <c:pt idx="29">
                  <c:v>1.3700368519438144</c:v>
                </c:pt>
                <c:pt idx="30">
                  <c:v>1.3966050584538512</c:v>
                </c:pt>
                <c:pt idx="31">
                  <c:v>1.4214765019427262</c:v>
                </c:pt>
                <c:pt idx="32">
                  <c:v>1.4445471639560752</c:v>
                </c:pt>
                <c:pt idx="33">
                  <c:v>1.4657196527160785</c:v>
                </c:pt>
                <c:pt idx="34">
                  <c:v>1.4849038437621547</c:v>
                </c:pt>
                <c:pt idx="35">
                  <c:v>1.5020174748770094</c:v>
                </c:pt>
                <c:pt idx="36">
                  <c:v>1.5169866906624672</c:v>
                </c:pt>
                <c:pt idx="37">
                  <c:v>1.5297465325792643</c:v>
                </c:pt>
                <c:pt idx="38">
                  <c:v>1.5402413707331646</c:v>
                </c:pt>
                <c:pt idx="39">
                  <c:v>1.5484252741715416</c:v>
                </c:pt>
                <c:pt idx="40">
                  <c:v>1.5542623169460865</c:v>
                </c:pt>
                <c:pt idx="41">
                  <c:v>1.5577268176951777</c:v>
                </c:pt>
                <c:pt idx="42">
                  <c:v>1.5588035110015475</c:v>
                </c:pt>
                <c:pt idx="43">
                  <c:v>1.5574876492852938</c:v>
                </c:pt>
                <c:pt idx="44">
                  <c:v>1.5537850344980273</c:v>
                </c:pt>
                <c:pt idx="45">
                  <c:v>1.5477119793902221</c:v>
                </c:pt>
                <c:pt idx="46">
                  <c:v>1.5392951986303531</c:v>
                </c:pt>
                <c:pt idx="47">
                  <c:v>1.5285716305606252</c:v>
                </c:pt>
                <c:pt idx="48">
                  <c:v>1.5155881908797542</c:v>
                </c:pt>
                <c:pt idx="49">
                  <c:v>1.5004014600475466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1.0116995773811759</c:v>
                </c:pt>
                <c:pt idx="1">
                  <c:v>0.92497621288293574</c:v>
                </c:pt>
                <c:pt idx="2">
                  <c:v>1.0340439391555027</c:v>
                </c:pt>
                <c:pt idx="3">
                  <c:v>0.92585907441533533</c:v>
                </c:pt>
                <c:pt idx="4">
                  <c:v>0.90046959885829103</c:v>
                </c:pt>
                <c:pt idx="5">
                  <c:v>0.91684585139789498</c:v>
                </c:pt>
                <c:pt idx="6">
                  <c:v>0.91719944816667454</c:v>
                </c:pt>
                <c:pt idx="7">
                  <c:v>1.0448814814897596</c:v>
                </c:pt>
                <c:pt idx="8">
                  <c:v>1.2660034886923552</c:v>
                </c:pt>
                <c:pt idx="9">
                  <c:v>1.0581781332664943</c:v>
                </c:pt>
                <c:pt idx="10">
                  <c:v>1.0666485034215718</c:v>
                </c:pt>
                <c:pt idx="11">
                  <c:v>0.98496859606342857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0.97215099018123374</c:v>
                </c:pt>
                <c:pt idx="1">
                  <c:v>0.88332317284793205</c:v>
                </c:pt>
                <c:pt idx="2">
                  <c:v>1.0336978369277221</c:v>
                </c:pt>
                <c:pt idx="3">
                  <c:v>0.92786574626189466</c:v>
                </c:pt>
                <c:pt idx="4">
                  <c:v>0.90515710176968778</c:v>
                </c:pt>
                <c:pt idx="5">
                  <c:v>1.0080887101876692</c:v>
                </c:pt>
                <c:pt idx="6">
                  <c:v>0.84171454746752317</c:v>
                </c:pt>
                <c:pt idx="7">
                  <c:v>1.1695517224979981</c:v>
                </c:pt>
                <c:pt idx="8">
                  <c:v>1.2582615115345712</c:v>
                </c:pt>
                <c:pt idx="9">
                  <c:v>1.0549386331366621</c:v>
                </c:pt>
                <c:pt idx="10">
                  <c:v>1.0494958867464634</c:v>
                </c:pt>
                <c:pt idx="11">
                  <c:v>0.96624031911321517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1.0813767407533041</c:v>
                </c:pt>
                <c:pt idx="1">
                  <c:v>1.0056349436623275</c:v>
                </c:pt>
                <c:pt idx="2">
                  <c:v>1.0342930452241381</c:v>
                </c:pt>
                <c:pt idx="3">
                  <c:v>0.92155965643778115</c:v>
                </c:pt>
                <c:pt idx="4">
                  <c:v>0.89571533161845152</c:v>
                </c:pt>
                <c:pt idx="5">
                  <c:v>0.76944039862874491</c:v>
                </c:pt>
                <c:pt idx="6">
                  <c:v>1.0539809058553402</c:v>
                </c:pt>
                <c:pt idx="7">
                  <c:v>0.83019247951878272</c:v>
                </c:pt>
                <c:pt idx="8">
                  <c:v>1.2927725181192451</c:v>
                </c:pt>
                <c:pt idx="9">
                  <c:v>1.071300473473793</c:v>
                </c:pt>
                <c:pt idx="10">
                  <c:v>1.1036701122706256</c:v>
                </c:pt>
                <c:pt idx="11">
                  <c:v>1.0436855882242337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1.070692555989321</c:v>
                </c:pt>
                <c:pt idx="1">
                  <c:v>0.91804861608678767</c:v>
                </c:pt>
                <c:pt idx="2">
                  <c:v>0.89613657124776613</c:v>
                </c:pt>
                <c:pt idx="3">
                  <c:v>1.1439611369378699</c:v>
                </c:pt>
                <c:pt idx="4">
                  <c:v>1.0198917711188364</c:v>
                </c:pt>
                <c:pt idx="5">
                  <c:v>1.1270376985052699</c:v>
                </c:pt>
                <c:pt idx="6">
                  <c:v>1.1271454179398899</c:v>
                </c:pt>
                <c:pt idx="7">
                  <c:v>1.0660150684541241</c:v>
                </c:pt>
                <c:pt idx="8">
                  <c:v>0.99937582791148627</c:v>
                </c:pt>
                <c:pt idx="9">
                  <c:v>0.71643126866249207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0.81694975436220796</c:v>
                </c:pt>
                <c:pt idx="1">
                  <c:v>0.87718954362545687</c:v>
                </c:pt>
                <c:pt idx="2">
                  <c:v>0.88315458540326819</c:v>
                </c:pt>
                <c:pt idx="3">
                  <c:v>1.0963095270156997</c:v>
                </c:pt>
                <c:pt idx="4">
                  <c:v>1.0457699834775385</c:v>
                </c:pt>
                <c:pt idx="5">
                  <c:v>1.1831413324767914</c:v>
                </c:pt>
                <c:pt idx="6">
                  <c:v>1.2285922383789469</c:v>
                </c:pt>
                <c:pt idx="7">
                  <c:v>1.1860327737579708</c:v>
                </c:pt>
                <c:pt idx="8">
                  <c:v>0.95854902896039906</c:v>
                </c:pt>
                <c:pt idx="9">
                  <c:v>0.82900576213005273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1.5068755459639818</c:v>
                </c:pt>
                <c:pt idx="1">
                  <c:v>1.08165006172699</c:v>
                </c:pt>
                <c:pt idx="2">
                  <c:v>0.98660625926574563</c:v>
                </c:pt>
                <c:pt idx="3">
                  <c:v>1.3108868306754615</c:v>
                </c:pt>
                <c:pt idx="4">
                  <c:v>1.0042959166518952</c:v>
                </c:pt>
                <c:pt idx="5">
                  <c:v>1.0515845334482694</c:v>
                </c:pt>
                <c:pt idx="6">
                  <c:v>0.93430182837014919</c:v>
                </c:pt>
                <c:pt idx="7">
                  <c:v>0.85725998919340185</c:v>
                </c:pt>
                <c:pt idx="8">
                  <c:v>1.0777039427642772</c:v>
                </c:pt>
                <c:pt idx="9">
                  <c:v>0.51581089245981449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0.56343501719446054</c:v>
                </c:pt>
                <c:pt idx="1">
                  <c:v>0.59367380759681077</c:v>
                </c:pt>
                <c:pt idx="2">
                  <c:v>0.62366847879185627</c:v>
                </c:pt>
                <c:pt idx="3">
                  <c:v>0.65329060121208082</c:v>
                </c:pt>
                <c:pt idx="4">
                  <c:v>0.68242158023255095</c:v>
                </c:pt>
                <c:pt idx="5">
                  <c:v>0.71095393250258165</c:v>
                </c:pt>
                <c:pt idx="6">
                  <c:v>0.73879215191052516</c:v>
                </c:pt>
                <c:pt idx="7">
                  <c:v>0.76585318097155186</c:v>
                </c:pt>
                <c:pt idx="8">
                  <c:v>0.79206651955605667</c:v>
                </c:pt>
                <c:pt idx="9">
                  <c:v>0.81737401463159609</c:v>
                </c:pt>
                <c:pt idx="10">
                  <c:v>0.84172938201263137</c:v>
                </c:pt>
                <c:pt idx="11">
                  <c:v>0.86509751432526205</c:v>
                </c:pt>
                <c:pt idx="12">
                  <c:v>0.88745362909402925</c:v>
                </c:pt>
                <c:pt idx="13">
                  <c:v>0.90878230779059721</c:v>
                </c:pt>
                <c:pt idx="14">
                  <c:v>0.92907647164007512</c:v>
                </c:pt>
                <c:pt idx="15">
                  <c:v>0.94833633371194914</c:v>
                </c:pt>
                <c:pt idx="16">
                  <c:v>0.96656835998645774</c:v>
                </c:pt>
                <c:pt idx="17">
                  <c:v>0.98378426521572016</c:v>
                </c:pt>
                <c:pt idx="18">
                  <c:v>1.0000000628887913</c:v>
                </c:pt>
                <c:pt idx="19">
                  <c:v>1.0152351827288812</c:v>
                </c:pt>
                <c:pt idx="20">
                  <c:v>1.0295116640540507</c:v>
                </c:pt>
                <c:pt idx="21">
                  <c:v>1.0428534290830098</c:v>
                </c:pt>
                <c:pt idx="22">
                  <c:v>1.0552856368592169</c:v>
                </c:pt>
                <c:pt idx="23">
                  <c:v>1.0668341158453847</c:v>
                </c:pt>
                <c:pt idx="24">
                  <c:v>1.077524871323204</c:v>
                </c:pt>
                <c:pt idx="25">
                  <c:v>1.0873836624208928</c:v>
                </c:pt>
                <c:pt idx="26">
                  <c:v>1.0964356427816215</c:v>
                </c:pt>
                <c:pt idx="27">
                  <c:v>1.1047050584800233</c:v>
                </c:pt>
                <c:pt idx="28">
                  <c:v>1.1122149967017676</c:v>
                </c:pt>
                <c:pt idx="29">
                  <c:v>1.118987178843577</c:v>
                </c:pt>
                <c:pt idx="30">
                  <c:v>1.1250417920016347</c:v>
                </c:pt>
                <c:pt idx="31">
                  <c:v>1.130397353240701</c:v>
                </c:pt>
                <c:pt idx="32">
                  <c:v>1.1350706015315679</c:v>
                </c:pt>
                <c:pt idx="33">
                  <c:v>1.1390764127780144</c:v>
                </c:pt>
                <c:pt idx="34">
                  <c:v>1.14242773390222</c:v>
                </c:pt>
                <c:pt idx="35">
                  <c:v>1.1451355325030792</c:v>
                </c:pt>
                <c:pt idx="36">
                  <c:v>1.1472087591343791</c:v>
                </c:pt>
                <c:pt idx="37">
                  <c:v>1.1486543197635448</c:v>
                </c:pt>
                <c:pt idx="38">
                  <c:v>1.1494770564645154</c:v>
                </c:pt>
                <c:pt idx="39">
                  <c:v>1.1496797348709986</c:v>
                </c:pt>
                <c:pt idx="40">
                  <c:v>1.1492630373717023</c:v>
                </c:pt>
                <c:pt idx="41">
                  <c:v>1.148225561471464</c:v>
                </c:pt>
                <c:pt idx="42">
                  <c:v>1.1465638231767707</c:v>
                </c:pt>
                <c:pt idx="43">
                  <c:v>1.144272265696777</c:v>
                </c:pt>
                <c:pt idx="44">
                  <c:v>1.1413432741875527</c:v>
                </c:pt>
                <c:pt idx="45">
                  <c:v>1.137767197713532</c:v>
                </c:pt>
                <c:pt idx="46">
                  <c:v>1.1335323800610839</c:v>
                </c:pt>
                <c:pt idx="47">
                  <c:v>1.1286252015185261</c:v>
                </c:pt>
                <c:pt idx="48">
                  <c:v>1.1230301342370264</c:v>
                </c:pt>
                <c:pt idx="49">
                  <c:v>1.1167298143074849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0.61913657888672025</c:v>
                </c:pt>
                <c:pt idx="1">
                  <c:v>0.65037112277229014</c:v>
                </c:pt>
                <c:pt idx="2">
                  <c:v>0.68076875493355171</c:v>
                </c:pt>
                <c:pt idx="3">
                  <c:v>0.71019821102364</c:v>
                </c:pt>
                <c:pt idx="4">
                  <c:v>0.73854895510883689</c:v>
                </c:pt>
                <c:pt idx="5">
                  <c:v>0.76573090866268911</c:v>
                </c:pt>
                <c:pt idx="6">
                  <c:v>0.79167357037948449</c:v>
                </c:pt>
                <c:pt idx="7">
                  <c:v>0.81632466411361071</c:v>
                </c:pt>
                <c:pt idx="8">
                  <c:v>0.83964845104450303</c:v>
                </c:pt>
                <c:pt idx="9">
                  <c:v>0.86162383199502202</c:v>
                </c:pt>
                <c:pt idx="10">
                  <c:v>0.88224234973658888</c:v>
                </c:pt>
                <c:pt idx="11">
                  <c:v>0.90150618188748499</c:v>
                </c:pt>
                <c:pt idx="12">
                  <c:v>0.91942619495117439</c:v>
                </c:pt>
                <c:pt idx="13">
                  <c:v>0.93602011085976766</c:v>
                </c:pt>
                <c:pt idx="14">
                  <c:v>0.95131082021145486</c:v>
                </c:pt>
                <c:pt idx="15">
                  <c:v>0.96532486183882471</c:v>
                </c:pt>
                <c:pt idx="16">
                  <c:v>0.97809107663442896</c:v>
                </c:pt>
                <c:pt idx="17">
                  <c:v>0.98963943462002324</c:v>
                </c:pt>
                <c:pt idx="18">
                  <c:v>1.0000000278221315</c:v>
                </c:pt>
                <c:pt idx="19">
                  <c:v>1.0092022172564252</c:v>
                </c:pt>
                <c:pt idx="20">
                  <c:v>1.0172739198403948</c:v>
                </c:pt>
                <c:pt idx="21">
                  <c:v>1.0242410199714147</c:v>
                </c:pt>
                <c:pt idx="22">
                  <c:v>1.0301268904859213</c:v>
                </c:pt>
                <c:pt idx="23">
                  <c:v>1.0349520084657591</c:v>
                </c:pt>
                <c:pt idx="24">
                  <c:v>1.0387336526453606</c:v>
                </c:pt>
                <c:pt idx="25">
                  <c:v>1.0414856708167222</c:v>
                </c:pt>
                <c:pt idx="26">
                  <c:v>1.0432183074939831</c:v>
                </c:pt>
                <c:pt idx="27">
                  <c:v>1.0439380840920176</c:v>
                </c:pt>
                <c:pt idx="28">
                  <c:v>1.0436477259324428</c:v>
                </c:pt>
                <c:pt idx="29">
                  <c:v>1.0423461324792882</c:v>
                </c:pt>
                <c:pt idx="30">
                  <c:v>1.0400283893063398</c:v>
                </c:pt>
                <c:pt idx="31">
                  <c:v>1.036685822400673</c:v>
                </c:pt>
                <c:pt idx="32">
                  <c:v>1.0323060975084077</c:v>
                </c:pt>
                <c:pt idx="33">
                  <c:v>1.0268733693237484</c:v>
                </c:pt>
                <c:pt idx="34">
                  <c:v>1.0203684873973382</c:v>
                </c:pt>
                <c:pt idx="35">
                  <c:v>1.0127692676666533</c:v>
                </c:pt>
                <c:pt idx="36">
                  <c:v>1.0040508404397088</c:v>
                </c:pt>
                <c:pt idx="37">
                  <c:v>0.99418608741467795</c:v>
                </c:pt>
                <c:pt idx="38">
                  <c:v>0.98314618177607571</c:v>
                </c:pt>
                <c:pt idx="39">
                  <c:v>0.97090124641233788</c:v>
                </c:pt>
                <c:pt idx="40">
                  <c:v>0.95742114563838865</c:v>
                </c:pt>
                <c:pt idx="41">
                  <c:v>0.94267642521411432</c:v>
                </c:pt>
                <c:pt idx="42">
                  <c:v>0.92663941360622826</c:v>
                </c:pt>
                <c:pt idx="43">
                  <c:v>0.90928549398357805</c:v>
                </c:pt>
                <c:pt idx="44">
                  <c:v>0.8905945509779859</c:v>
                </c:pt>
                <c:pt idx="45">
                  <c:v>0.8705525884106452</c:v>
                </c:pt>
                <c:pt idx="46">
                  <c:v>0.84915350367256603</c:v>
                </c:pt>
                <c:pt idx="47">
                  <c:v>0.82640099109596654</c:v>
                </c:pt>
                <c:pt idx="48">
                  <c:v>0.80231053054290813</c:v>
                </c:pt>
                <c:pt idx="49">
                  <c:v>0.77691139900199069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0.46053358225554381</c:v>
                </c:pt>
                <c:pt idx="1">
                  <c:v>0.49336775119256088</c:v>
                </c:pt>
                <c:pt idx="2">
                  <c:v>0.52666373276794054</c:v>
                </c:pt>
                <c:pt idx="3">
                  <c:v>0.56024401028985704</c:v>
                </c:pt>
                <c:pt idx="4">
                  <c:v>0.59393064053061595</c:v>
                </c:pt>
                <c:pt idx="5">
                  <c:v>0.6275489688012702</c:v>
                </c:pt>
                <c:pt idx="6">
                  <c:v>0.66093106148339242</c:v>
                </c:pt>
                <c:pt idx="7">
                  <c:v>0.69391872573474722</c:v>
                </c:pt>
                <c:pt idx="8">
                  <c:v>0.72636601991279737</c:v>
                </c:pt>
                <c:pt idx="9">
                  <c:v>0.75814119566403593</c:v>
                </c:pt>
                <c:pt idx="10">
                  <c:v>0.78912804992079943</c:v>
                </c:pt>
                <c:pt idx="11">
                  <c:v>0.81922669905530243</c:v>
                </c:pt>
                <c:pt idx="12">
                  <c:v>0.84835381580925784</c:v>
                </c:pt>
                <c:pt idx="13">
                  <c:v>0.87644239095278287</c:v>
                </c:pt>
                <c:pt idx="14">
                  <c:v>0.90344109547392182</c:v>
                </c:pt>
                <c:pt idx="15">
                  <c:v>0.92931332580320691</c:v>
                </c:pt>
                <c:pt idx="16">
                  <c:v>0.95403601506316338</c:v>
                </c:pt>
                <c:pt idx="17">
                  <c:v>0.97759828887578815</c:v>
                </c:pt>
                <c:pt idx="18">
                  <c:v>1.0000000362669996</c:v>
                </c:pt>
                <c:pt idx="19">
                  <c:v>1.0212504560360163</c:v>
                </c:pt>
                <c:pt idx="20">
                  <c:v>1.0413666278035303</c:v>
                </c:pt>
                <c:pt idx="21">
                  <c:v>1.060372145775869</c:v>
                </c:pt>
                <c:pt idx="22">
                  <c:v>1.0782958427680707</c:v>
                </c:pt>
                <c:pt idx="23">
                  <c:v>1.0951706226781024</c:v>
                </c:pt>
                <c:pt idx="24">
                  <c:v>1.1110324116474715</c:v>
                </c:pt>
                <c:pt idx="25">
                  <c:v>1.1259192316624083</c:v>
                </c:pt>
                <c:pt idx="26">
                  <c:v>1.1398703953039326</c:v>
                </c:pt>
                <c:pt idx="27">
                  <c:v>1.1529258166223997</c:v>
                </c:pt>
                <c:pt idx="28">
                  <c:v>1.1651254305239511</c:v>
                </c:pt>
                <c:pt idx="29">
                  <c:v>1.1765087114247745</c:v>
                </c:pt>
                <c:pt idx="30">
                  <c:v>1.1871142810662814</c:v>
                </c:pt>
                <c:pt idx="31">
                  <c:v>1.1969795951154067</c:v>
                </c:pt>
                <c:pt idx="32">
                  <c:v>1.2061406983444638</c:v>
                </c:pt>
                <c:pt idx="33">
                  <c:v>1.2146320386633302</c:v>
                </c:pt>
                <c:pt idx="34">
                  <c:v>1.2224863309560805</c:v>
                </c:pt>
                <c:pt idx="35">
                  <c:v>1.2297344624699731</c:v>
                </c:pt>
                <c:pt idx="36">
                  <c:v>1.2364054323525748</c:v>
                </c:pt>
                <c:pt idx="37">
                  <c:v>1.2425263187854405</c:v>
                </c:pt>
                <c:pt idx="38">
                  <c:v>1.2481222679870854</c:v>
                </c:pt>
                <c:pt idx="39">
                  <c:v>1.2532165001321602</c:v>
                </c:pt>
                <c:pt idx="40">
                  <c:v>1.2578303279446601</c:v>
                </c:pt>
                <c:pt idx="41">
                  <c:v>1.261983184364236</c:v>
                </c:pt>
                <c:pt idx="42">
                  <c:v>1.2656926562544948</c:v>
                </c:pt>
                <c:pt idx="43">
                  <c:v>1.2689745216222776</c:v>
                </c:pt>
                <c:pt idx="44">
                  <c:v>1.2718427882511851</c:v>
                </c:pt>
                <c:pt idx="45">
                  <c:v>1.2743097320264105</c:v>
                </c:pt>
                <c:pt idx="46">
                  <c:v>1.2763859335473053</c:v>
                </c:pt>
                <c:pt idx="47">
                  <c:v>1.2780803118954713</c:v>
                </c:pt>
                <c:pt idx="48">
                  <c:v>1.2794001546560041</c:v>
                </c:pt>
                <c:pt idx="49">
                  <c:v>1.2803511434840871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0.90991742982007706</c:v>
                </c:pt>
                <c:pt idx="1">
                  <c:v>1.0336155264716389</c:v>
                </c:pt>
                <c:pt idx="2">
                  <c:v>1.0212605497392024</c:v>
                </c:pt>
                <c:pt idx="3">
                  <c:v>0.9994165952991011</c:v>
                </c:pt>
                <c:pt idx="4">
                  <c:v>1.04712635000201</c:v>
                </c:pt>
                <c:pt idx="5">
                  <c:v>1.0498678007982427</c:v>
                </c:pt>
                <c:pt idx="6">
                  <c:v>0.96042813941872407</c:v>
                </c:pt>
                <c:pt idx="7">
                  <c:v>1.0550978285422852</c:v>
                </c:pt>
                <c:pt idx="8">
                  <c:v>0.89975076464435921</c:v>
                </c:pt>
                <c:pt idx="9">
                  <c:v>0.99680436313188037</c:v>
                </c:pt>
                <c:pt idx="10">
                  <c:v>1.0186384073389982</c:v>
                </c:pt>
                <c:pt idx="11">
                  <c:v>0.9956957428446106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0.88775188933970706</c:v>
                </c:pt>
                <c:pt idx="1">
                  <c:v>1.1120905527449652</c:v>
                </c:pt>
                <c:pt idx="2">
                  <c:v>0.99316818897712089</c:v>
                </c:pt>
                <c:pt idx="3">
                  <c:v>0.94989654052719719</c:v>
                </c:pt>
                <c:pt idx="4">
                  <c:v>1.0201380633969399</c:v>
                </c:pt>
                <c:pt idx="5">
                  <c:v>1.0423208379077773</c:v>
                </c:pt>
                <c:pt idx="6">
                  <c:v>0.96317882172141511</c:v>
                </c:pt>
                <c:pt idx="7">
                  <c:v>1.0245446619683756</c:v>
                </c:pt>
                <c:pt idx="8">
                  <c:v>0.92797217043501312</c:v>
                </c:pt>
                <c:pt idx="9">
                  <c:v>1.0035982783913835</c:v>
                </c:pt>
                <c:pt idx="10">
                  <c:v>1.0162117804839548</c:v>
                </c:pt>
                <c:pt idx="11">
                  <c:v>1.0393431966975786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0.91972758706532221</c:v>
                </c:pt>
                <c:pt idx="1">
                  <c:v>0.89037842231355213</c:v>
                </c:pt>
                <c:pt idx="2">
                  <c:v>1.0460407284607598</c:v>
                </c:pt>
                <c:pt idx="3">
                  <c:v>1.0484420255905469</c:v>
                </c:pt>
                <c:pt idx="4">
                  <c:v>1.0753446718599102</c:v>
                </c:pt>
                <c:pt idx="5">
                  <c:v>1.0505874703097489</c:v>
                </c:pt>
                <c:pt idx="6">
                  <c:v>0.95663869307770444</c:v>
                </c:pt>
                <c:pt idx="7">
                  <c:v>1.1115591658134945</c:v>
                </c:pt>
                <c:pt idx="8">
                  <c:v>0.88437692858589179</c:v>
                </c:pt>
                <c:pt idx="9">
                  <c:v>0.99283098273243064</c:v>
                </c:pt>
                <c:pt idx="10">
                  <c:v>1.0364561653931001</c:v>
                </c:pt>
                <c:pt idx="11">
                  <c:v>0.95605546199216696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1.1647168933810794</c:v>
                </c:pt>
                <c:pt idx="1">
                  <c:v>1.1688049028408325</c:v>
                </c:pt>
                <c:pt idx="2">
                  <c:v>1.160182389118122</c:v>
                </c:pt>
                <c:pt idx="3">
                  <c:v>1.0075089134669279</c:v>
                </c:pt>
                <c:pt idx="4">
                  <c:v>0.96743262943090425</c:v>
                </c:pt>
                <c:pt idx="5">
                  <c:v>0.86466422441835344</c:v>
                </c:pt>
                <c:pt idx="6">
                  <c:v>0.87528924647568707</c:v>
                </c:pt>
                <c:pt idx="7">
                  <c:v>0.82084758556707249</c:v>
                </c:pt>
                <c:pt idx="8">
                  <c:v>0.93755559685772627</c:v>
                </c:pt>
                <c:pt idx="9">
                  <c:v>0.95524244912930434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1.2843345268940687</c:v>
                </c:pt>
                <c:pt idx="1">
                  <c:v>1.241513649446373</c:v>
                </c:pt>
                <c:pt idx="2">
                  <c:v>1.2185730748410799</c:v>
                </c:pt>
                <c:pt idx="3">
                  <c:v>1.0815967391973071</c:v>
                </c:pt>
                <c:pt idx="4">
                  <c:v>1.0059941075177836</c:v>
                </c:pt>
                <c:pt idx="5">
                  <c:v>0.85310189443013651</c:v>
                </c:pt>
                <c:pt idx="6">
                  <c:v>0.79393219778712887</c:v>
                </c:pt>
                <c:pt idx="7">
                  <c:v>0.71374336598276</c:v>
                </c:pt>
                <c:pt idx="8">
                  <c:v>0.83640441181797598</c:v>
                </c:pt>
                <c:pt idx="9">
                  <c:v>0.71602055411268362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0.96762869961409947</c:v>
                </c:pt>
                <c:pt idx="1">
                  <c:v>1.0519214309018547</c:v>
                </c:pt>
                <c:pt idx="2">
                  <c:v>1.0600595185163861</c:v>
                </c:pt>
                <c:pt idx="3">
                  <c:v>0.8791147907386222</c:v>
                </c:pt>
                <c:pt idx="4">
                  <c:v>0.87933131769070327</c:v>
                </c:pt>
                <c:pt idx="5">
                  <c:v>0.85614755598803238</c:v>
                </c:pt>
                <c:pt idx="6">
                  <c:v>0.96869179142981932</c:v>
                </c:pt>
                <c:pt idx="7">
                  <c:v>0.95131069987965466</c:v>
                </c:pt>
                <c:pt idx="8">
                  <c:v>1.0365193911506136</c:v>
                </c:pt>
                <c:pt idx="9">
                  <c:v>1.2590919870552524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0.74392027361338631</c:v>
                </c:pt>
                <c:pt idx="1">
                  <c:v>1.0138544977896495</c:v>
                </c:pt>
                <c:pt idx="2">
                  <c:v>0.83741306434967433</c:v>
                </c:pt>
                <c:pt idx="3">
                  <c:v>1.0141750304830224</c:v>
                </c:pt>
                <c:pt idx="4">
                  <c:v>1.0540604888882372</c:v>
                </c:pt>
                <c:pt idx="5">
                  <c:v>1.1421402382914183</c:v>
                </c:pt>
                <c:pt idx="6">
                  <c:v>0.98921113573551234</c:v>
                </c:pt>
                <c:pt idx="7">
                  <c:v>1.0872602062642629</c:v>
                </c:pt>
                <c:pt idx="8">
                  <c:v>0.92617035177231233</c:v>
                </c:pt>
                <c:pt idx="9">
                  <c:v>1.0555590032155884</c:v>
                </c:pt>
                <c:pt idx="10">
                  <c:v>1.0959059429142994</c:v>
                </c:pt>
                <c:pt idx="11">
                  <c:v>1.0464945468258804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0.71479140934265173</c:v>
                </c:pt>
                <c:pt idx="1">
                  <c:v>1.1232907215752903</c:v>
                </c:pt>
                <c:pt idx="2">
                  <c:v>0.78047396441768235</c:v>
                </c:pt>
                <c:pt idx="3">
                  <c:v>0.9835946747230262</c:v>
                </c:pt>
                <c:pt idx="4">
                  <c:v>1.0634020785037226</c:v>
                </c:pt>
                <c:pt idx="5">
                  <c:v>1.1532830167691865</c:v>
                </c:pt>
                <c:pt idx="6">
                  <c:v>0.97591417545806691</c:v>
                </c:pt>
                <c:pt idx="7">
                  <c:v>1.0638019174616573</c:v>
                </c:pt>
                <c:pt idx="8">
                  <c:v>0.94085985183124243</c:v>
                </c:pt>
                <c:pt idx="9">
                  <c:v>1.0409942073559664</c:v>
                </c:pt>
                <c:pt idx="10">
                  <c:v>1.0505477435924124</c:v>
                </c:pt>
                <c:pt idx="11">
                  <c:v>1.1190859433565883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0.78351203767613065</c:v>
                </c:pt>
                <c:pt idx="1">
                  <c:v>0.83537382796387694</c:v>
                </c:pt>
                <c:pt idx="2">
                  <c:v>0.91358634714277331</c:v>
                </c:pt>
                <c:pt idx="3">
                  <c:v>1.0445143665332097</c:v>
                </c:pt>
                <c:pt idx="4">
                  <c:v>1.0441749870913772</c:v>
                </c:pt>
                <c:pt idx="5">
                  <c:v>1.1142415755837349</c:v>
                </c:pt>
                <c:pt idx="6">
                  <c:v>1.0089386854957392</c:v>
                </c:pt>
                <c:pt idx="7">
                  <c:v>1.1257722349261385</c:v>
                </c:pt>
                <c:pt idx="8">
                  <c:v>0.93891170307823235</c:v>
                </c:pt>
                <c:pt idx="9">
                  <c:v>1.0741205627815014</c:v>
                </c:pt>
                <c:pt idx="10">
                  <c:v>1.1569909376556005</c:v>
                </c:pt>
                <c:pt idx="11">
                  <c:v>0.95856051934696129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0.91900243956399064</c:v>
                </c:pt>
                <c:pt idx="1">
                  <c:v>1.0663407800326861</c:v>
                </c:pt>
                <c:pt idx="2">
                  <c:v>1.0964024074973246</c:v>
                </c:pt>
                <c:pt idx="3">
                  <c:v>0.95690705990834013</c:v>
                </c:pt>
                <c:pt idx="4">
                  <c:v>0.9476180532891213</c:v>
                </c:pt>
                <c:pt idx="5">
                  <c:v>0.90528839481130541</c:v>
                </c:pt>
                <c:pt idx="6">
                  <c:v>0.91065070334749487</c:v>
                </c:pt>
                <c:pt idx="7">
                  <c:v>0.9015182435764898</c:v>
                </c:pt>
                <c:pt idx="8">
                  <c:v>1.1112239734305693</c:v>
                </c:pt>
                <c:pt idx="9">
                  <c:v>1.1834163111324578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1.0415501996167766</c:v>
                </c:pt>
                <c:pt idx="1">
                  <c:v>1.1308978013926763</c:v>
                </c:pt>
                <c:pt idx="2">
                  <c:v>1.1285776996205394</c:v>
                </c:pt>
                <c:pt idx="3">
                  <c:v>1.0358940669751984</c:v>
                </c:pt>
                <c:pt idx="4">
                  <c:v>1.0127708354052591</c:v>
                </c:pt>
                <c:pt idx="5">
                  <c:v>0.85764337659497314</c:v>
                </c:pt>
                <c:pt idx="6">
                  <c:v>0.78276422788619493</c:v>
                </c:pt>
                <c:pt idx="7">
                  <c:v>0.85941162209918709</c:v>
                </c:pt>
                <c:pt idx="8">
                  <c:v>1.1583301380833717</c:v>
                </c:pt>
                <c:pt idx="9">
                  <c:v>0.99542542684094482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0.73325506025712206</c:v>
                </c:pt>
                <c:pt idx="1">
                  <c:v>0.93161386492967713</c:v>
                </c:pt>
                <c:pt idx="2">
                  <c:v>1.0152547388123945</c:v>
                </c:pt>
                <c:pt idx="3">
                  <c:v>0.80785560483575369</c:v>
                </c:pt>
                <c:pt idx="4">
                  <c:v>0.80785560483575369</c:v>
                </c:pt>
                <c:pt idx="5">
                  <c:v>0.96983569112611523</c:v>
                </c:pt>
                <c:pt idx="6">
                  <c:v>1.120107402085611</c:v>
                </c:pt>
                <c:pt idx="7">
                  <c:v>0.96716528345897268</c:v>
                </c:pt>
                <c:pt idx="8">
                  <c:v>1.0691508869616075</c:v>
                </c:pt>
                <c:pt idx="9">
                  <c:v>1.5160358913958973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0.31083290789060514</c:v>
                </c:pt>
                <c:pt idx="1">
                  <c:v>0.34158087263295822</c:v>
                </c:pt>
                <c:pt idx="2">
                  <c:v>0.37402748979842948</c:v>
                </c:pt>
                <c:pt idx="3">
                  <c:v>0.40808272852266847</c:v>
                </c:pt>
                <c:pt idx="4">
                  <c:v>0.44363276878288577</c:v>
                </c:pt>
                <c:pt idx="5">
                  <c:v>0.48054135799825376</c:v>
                </c:pt>
                <c:pt idx="6">
                  <c:v>0.51865191715880254</c:v>
                </c:pt>
                <c:pt idx="7">
                  <c:v>0.5577903311211353</c:v>
                </c:pt>
                <c:pt idx="8">
                  <c:v>0.5977683162342039</c:v>
                </c:pt>
                <c:pt idx="9">
                  <c:v>0.63838722381005297</c:v>
                </c:pt>
                <c:pt idx="10">
                  <c:v>0.67944211341223593</c:v>
                </c:pt>
                <c:pt idx="11">
                  <c:v>0.72072591768724292</c:v>
                </c:pt>
                <c:pt idx="12">
                  <c:v>0.76203352132671864</c:v>
                </c:pt>
                <c:pt idx="13">
                  <c:v>0.80316559009357424</c:v>
                </c:pt>
                <c:pt idx="14">
                  <c:v>0.84393200975593585</c:v>
                </c:pt>
                <c:pt idx="15">
                  <c:v>0.8841548263743616</c:v>
                </c:pt>
                <c:pt idx="16">
                  <c:v>0.92367061529005845</c:v>
                </c:pt>
                <c:pt idx="17">
                  <c:v>0.96233224292742692</c:v>
                </c:pt>
                <c:pt idx="18">
                  <c:v>1.000010020080343</c:v>
                </c:pt>
                <c:pt idx="19">
                  <c:v>1.0365922752903221</c:v>
                </c:pt>
                <c:pt idx="20">
                  <c:v>1.0719854006639247</c:v>
                </c:pt>
                <c:pt idx="21">
                  <c:v>1.1061134392827892</c:v>
                </c:pt>
                <c:pt idx="22">
                  <c:v>1.1389172932583811</c:v>
                </c:pt>
                <c:pt idx="23">
                  <c:v>1.1703536350966719</c:v>
                </c:pt>
                <c:pt idx="24">
                  <c:v>1.2003936033863534</c:v>
                </c:pt>
                <c:pt idx="25">
                  <c:v>1.229021358132754</c:v>
                </c:pt>
                <c:pt idx="26">
                  <c:v>1.2562325625893378</c:v>
                </c:pt>
                <c:pt idx="27">
                  <c:v>1.2820328483600203</c:v>
                </c:pt>
                <c:pt idx="28">
                  <c:v>1.3064363098565952</c:v>
                </c:pt>
                <c:pt idx="29">
                  <c:v>1.329464063681729</c:v>
                </c:pt>
                <c:pt idx="30">
                  <c:v>1.3511428987347975</c:v>
                </c:pt>
                <c:pt idx="31">
                  <c:v>1.3715040341675162</c:v>
                </c:pt>
                <c:pt idx="32">
                  <c:v>1.3905819949382605</c:v>
                </c:pt>
                <c:pt idx="33">
                  <c:v>1.4084136086816073</c:v>
                </c:pt>
                <c:pt idx="34">
                  <c:v>1.4250371228772605</c:v>
                </c:pt>
                <c:pt idx="35">
                  <c:v>1.4404914377592506</c:v>
                </c:pt>
                <c:pt idx="36">
                  <c:v>1.4548154479035491</c:v>
                </c:pt>
                <c:pt idx="37">
                  <c:v>1.468047483806056</c:v>
                </c:pt>
                <c:pt idx="38">
                  <c:v>1.4802248438492334</c:v>
                </c:pt>
                <c:pt idx="39">
                  <c:v>1.4913834067012119</c:v>
                </c:pt>
                <c:pt idx="40">
                  <c:v>1.5015573142593079</c:v>
                </c:pt>
                <c:pt idx="41">
                  <c:v>1.5107787156237473</c:v>
                </c:pt>
                <c:pt idx="42">
                  <c:v>1.5190775631704061</c:v>
                </c:pt>
                <c:pt idx="43">
                  <c:v>1.5264814525063282</c:v>
                </c:pt>
                <c:pt idx="44">
                  <c:v>1.5330154988790359</c:v>
                </c:pt>
                <c:pt idx="45">
                  <c:v>1.5387022434256969</c:v>
                </c:pt>
                <c:pt idx="46">
                  <c:v>1.5435615834595307</c:v>
                </c:pt>
                <c:pt idx="47">
                  <c:v>1.5476107217771886</c:v>
                </c:pt>
                <c:pt idx="48">
                  <c:v>1.5508641307195918</c:v>
                </c:pt>
                <c:pt idx="49">
                  <c:v>1.5533335274236226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33-4AE2-94E9-10D4121C587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0.35700233204054227</c:v>
                </c:pt>
                <c:pt idx="1">
                  <c:v>0.38888820410043468</c:v>
                </c:pt>
                <c:pt idx="2">
                  <c:v>0.42209135879957932</c:v>
                </c:pt>
                <c:pt idx="3">
                  <c:v>0.45648103592410705</c:v>
                </c:pt>
                <c:pt idx="4">
                  <c:v>0.49190940660650961</c:v>
                </c:pt>
                <c:pt idx="5">
                  <c:v>0.52821422100917292</c:v>
                </c:pt>
                <c:pt idx="6">
                  <c:v>0.56522188990216404</c:v>
                </c:pt>
                <c:pt idx="7">
                  <c:v>0.60275087123568782</c:v>
                </c:pt>
                <c:pt idx="8">
                  <c:v>0.64061521793182463</c:v>
                </c:pt>
                <c:pt idx="9">
                  <c:v>0.67862813851585668</c:v>
                </c:pt>
                <c:pt idx="10">
                  <c:v>0.71660542789789383</c:v>
                </c:pt>
                <c:pt idx="11">
                  <c:v>0.75436864056680042</c:v>
                </c:pt>
                <c:pt idx="12">
                  <c:v>0.79174790077254298</c:v>
                </c:pt>
                <c:pt idx="13">
                  <c:v>0.82858427148678093</c:v>
                </c:pt>
                <c:pt idx="14">
                  <c:v>0.86473163336322001</c:v>
                </c:pt>
                <c:pt idx="15">
                  <c:v>0.90005805400311567</c:v>
                </c:pt>
                <c:pt idx="16">
                  <c:v>0.93444665438889807</c:v>
                </c:pt>
                <c:pt idx="17">
                  <c:v>0.96779600176693947</c:v>
                </c:pt>
                <c:pt idx="18">
                  <c:v>1.0000200755659443</c:v>
                </c:pt>
                <c:pt idx="19">
                  <c:v>1.0310478647786387</c:v>
                </c:pt>
                <c:pt idx="20">
                  <c:v>1.0608226617916179</c:v>
                </c:pt>
                <c:pt idx="21">
                  <c:v>1.0893011195015028</c:v>
                </c:pt>
                <c:pt idx="22">
                  <c:v>1.1164521365385012</c:v>
                </c:pt>
                <c:pt idx="23">
                  <c:v>1.1422556304797657</c:v>
                </c:pt>
                <c:pt idx="24">
                  <c:v>1.1667012520234346</c:v>
                </c:pt>
                <c:pt idx="25">
                  <c:v>1.189787085074989</c:v>
                </c:pt>
                <c:pt idx="26">
                  <c:v>1.211518369299496</c:v>
                </c:pt>
                <c:pt idx="27">
                  <c:v>1.2319062734855615</c:v>
                </c:pt>
                <c:pt idx="28">
                  <c:v>1.2509667404570868</c:v>
                </c:pt>
                <c:pt idx="29">
                  <c:v>1.2687194175174603</c:v>
                </c:pt>
                <c:pt idx="30">
                  <c:v>1.285186680653245</c:v>
                </c:pt>
                <c:pt idx="31">
                  <c:v>1.3003927559986534</c:v>
                </c:pt>
                <c:pt idx="32">
                  <c:v>1.3143629383345792</c:v>
                </c:pt>
                <c:pt idx="33">
                  <c:v>1.3271229035858552</c:v>
                </c:pt>
                <c:pt idx="34">
                  <c:v>1.3386981102795024</c:v>
                </c:pt>
                <c:pt idx="35">
                  <c:v>1.3491132836149398</c:v>
                </c:pt>
                <c:pt idx="36">
                  <c:v>1.3583919750540705</c:v>
                </c:pt>
                <c:pt idx="37">
                  <c:v>1.3665561900516887</c:v>
                </c:pt>
                <c:pt idx="38">
                  <c:v>1.3736260766135571</c:v>
                </c:pt>
                <c:pt idx="39">
                  <c:v>1.3796196677038699</c:v>
                </c:pt>
                <c:pt idx="40">
                  <c:v>1.3845526710534937</c:v>
                </c:pt>
                <c:pt idx="41">
                  <c:v>1.388438300587675</c:v>
                </c:pt>
                <c:pt idx="42">
                  <c:v>1.3912871444520158</c:v>
                </c:pt>
                <c:pt idx="43">
                  <c:v>1.3931070654352689</c:v>
                </c:pt>
                <c:pt idx="44">
                  <c:v>1.3939031304431144</c:v>
                </c:pt>
                <c:pt idx="45">
                  <c:v>1.3936775665527001</c:v>
                </c:pt>
                <c:pt idx="46">
                  <c:v>1.3924297420633542</c:v>
                </c:pt>
                <c:pt idx="47">
                  <c:v>1.3901561718489137</c:v>
                </c:pt>
                <c:pt idx="48">
                  <c:v>1.3868505472085602</c:v>
                </c:pt>
                <c:pt idx="49">
                  <c:v>1.3825037913041145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33-4AE2-94E9-10D4121C587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0.19445401278814031</c:v>
                </c:pt>
                <c:pt idx="1">
                  <c:v>0.22245414029424915</c:v>
                </c:pt>
                <c:pt idx="2">
                  <c:v>0.25324098906750847</c:v>
                </c:pt>
                <c:pt idx="3">
                  <c:v>0.28684437187005785</c:v>
                </c:pt>
                <c:pt idx="4">
                  <c:v>0.32324501104915576</c:v>
                </c:pt>
                <c:pt idx="5">
                  <c:v>0.36236970897467197</c:v>
                </c:pt>
                <c:pt idx="6">
                  <c:v>0.40408851043678462</c:v>
                </c:pt>
                <c:pt idx="7">
                  <c:v>0.44821429148031688</c:v>
                </c:pt>
                <c:pt idx="8">
                  <c:v>0.49450504910178184</c:v>
                </c:pt>
                <c:pt idx="9">
                  <c:v>0.54266895417182592</c:v>
                </c:pt>
                <c:pt idx="10">
                  <c:v>0.59237198941866609</c:v>
                </c:pt>
                <c:pt idx="11">
                  <c:v>0.64324775667550094</c:v>
                </c:pt>
                <c:pt idx="12">
                  <c:v>0.69490883644985557</c:v>
                </c:pt>
                <c:pt idx="13">
                  <c:v>0.74695894736256607</c:v>
                </c:pt>
                <c:pt idx="14">
                  <c:v>0.79900510179892226</c:v>
                </c:pt>
                <c:pt idx="15">
                  <c:v>0.85066899169950372</c:v>
                </c:pt>
                <c:pt idx="16">
                  <c:v>0.9015969547044157</c:v>
                </c:pt>
                <c:pt idx="17">
                  <c:v>0.95146804409154917</c:v>
                </c:pt>
                <c:pt idx="18">
                  <c:v>0.99999992788483494</c:v>
                </c:pt>
                <c:pt idx="19">
                  <c:v>1.0469525443884804</c:v>
                </c:pt>
                <c:pt idx="20">
                  <c:v>1.0921296190669323</c:v>
                </c:pt>
                <c:pt idx="21">
                  <c:v>1.1353782848465441</c:v>
                </c:pt>
                <c:pt idx="22">
                  <c:v>1.1765871371871064</c:v>
                </c:pt>
                <c:pt idx="23">
                  <c:v>1.215683097315565</c:v>
                </c:pt>
                <c:pt idx="24">
                  <c:v>1.2526274583986483</c:v>
                </c:pt>
                <c:pt idx="25">
                  <c:v>1.2874114600640219</c:v>
                </c:pt>
                <c:pt idx="26">
                  <c:v>1.3200516874311492</c:v>
                </c:pt>
                <c:pt idx="27">
                  <c:v>1.3505855317225268</c:v>
                </c:pt>
                <c:pt idx="28">
                  <c:v>1.3790668887256716</c:v>
                </c:pt>
                <c:pt idx="29">
                  <c:v>1.405562214669799</c:v>
                </c:pt>
                <c:pt idx="30">
                  <c:v>1.4301470100087876</c:v>
                </c:pt>
                <c:pt idx="31">
                  <c:v>1.4529027617997099</c:v>
                </c:pt>
                <c:pt idx="32">
                  <c:v>1.4739143450477308</c:v>
                </c:pt>
                <c:pt idx="33">
                  <c:v>1.4932678618305701</c:v>
                </c:pt>
                <c:pt idx="34">
                  <c:v>1.5110488829746531</c:v>
                </c:pt>
                <c:pt idx="35">
                  <c:v>1.5273410490822541</c:v>
                </c:pt>
                <c:pt idx="36">
                  <c:v>1.5422249843681135</c:v>
                </c:pt>
                <c:pt idx="37">
                  <c:v>1.5557774767607717</c:v>
                </c:pt>
                <c:pt idx="38">
                  <c:v>1.5680708799687566</c:v>
                </c:pt>
                <c:pt idx="39">
                  <c:v>1.5791726968370863</c:v>
                </c:pt>
                <c:pt idx="40">
                  <c:v>1.589145307668405</c:v>
                </c:pt>
                <c:pt idx="41">
                  <c:v>1.5980458117819933</c:v>
                </c:pt>
                <c:pt idx="42">
                  <c:v>1.6059259551108118</c:v>
                </c:pt>
                <c:pt idx="43">
                  <c:v>1.6128321208878633</c:v>
                </c:pt>
                <c:pt idx="44">
                  <c:v>1.6188053643335991</c:v>
                </c:pt>
                <c:pt idx="45">
                  <c:v>1.6238814756750097</c:v>
                </c:pt>
                <c:pt idx="46">
                  <c:v>1.6280910587976067</c:v>
                </c:pt>
                <c:pt idx="47">
                  <c:v>1.6314596153758685</c:v>
                </c:pt>
                <c:pt idx="48">
                  <c:v>1.6340076264857253</c:v>
                </c:pt>
                <c:pt idx="49">
                  <c:v>1.6357506255240561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33-4AE2-94E9-10D4121C58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0.70765735924895234</c:v>
                </c:pt>
                <c:pt idx="1">
                  <c:v>0.71942920555051459</c:v>
                </c:pt>
                <c:pt idx="2">
                  <c:v>0.73165614076617158</c:v>
                </c:pt>
                <c:pt idx="3">
                  <c:v>0.74435047627440087</c:v>
                </c:pt>
                <c:pt idx="4">
                  <c:v>0.75752482924320053</c:v>
                </c:pt>
                <c:pt idx="5">
                  <c:v>0.77119210977658936</c:v>
                </c:pt>
                <c:pt idx="6">
                  <c:v>0.78536550571002961</c:v>
                </c:pt>
                <c:pt idx="7">
                  <c:v>0.80005846483810061</c:v>
                </c:pt>
                <c:pt idx="8">
                  <c:v>0.8152846743479365</c:v>
                </c:pt>
                <c:pt idx="9">
                  <c:v>0.83105803722294391</c:v>
                </c:pt>
                <c:pt idx="10">
                  <c:v>0.84739264537337833</c:v>
                </c:pt>
                <c:pt idx="11">
                  <c:v>0.86430274924379968</c:v>
                </c:pt>
                <c:pt idx="12">
                  <c:v>0.88180272364261592</c:v>
                </c:pt>
                <c:pt idx="13">
                  <c:v>0.89990702953620749</c:v>
                </c:pt>
                <c:pt idx="14">
                  <c:v>0.91863017154998938</c:v>
                </c:pt>
                <c:pt idx="15">
                  <c:v>0.93798665092164191</c:v>
                </c:pt>
                <c:pt idx="16">
                  <c:v>0.95799091365815858</c:v>
                </c:pt>
                <c:pt idx="17">
                  <c:v>0.97865729365888665</c:v>
                </c:pt>
                <c:pt idx="18">
                  <c:v>0.99999995058192714</c:v>
                </c:pt>
                <c:pt idx="19">
                  <c:v>1.0220328022517682</c:v>
                </c:pt>
                <c:pt idx="20">
                  <c:v>1.0447694514324526</c:v>
                </c:pt>
                <c:pt idx="21">
                  <c:v>1.0682231068235937</c:v>
                </c:pt>
                <c:pt idx="22">
                  <c:v>1.0924064981767789</c:v>
                </c:pt>
                <c:pt idx="23">
                  <c:v>1.1173317854779488</c:v>
                </c:pt>
                <c:pt idx="24">
                  <c:v>1.1430104621978092</c:v>
                </c:pt>
                <c:pt idx="25">
                  <c:v>1.1694532526776928</c:v>
                </c:pt>
                <c:pt idx="26">
                  <c:v>1.1966700037929752</c:v>
                </c:pt>
                <c:pt idx="27">
                  <c:v>1.2246695711204376</c:v>
                </c:pt>
                <c:pt idx="28">
                  <c:v>1.2534596999299876</c:v>
                </c:pt>
                <c:pt idx="29">
                  <c:v>1.2830469014248009</c:v>
                </c:pt>
                <c:pt idx="30">
                  <c:v>1.3134363247669567</c:v>
                </c:pt>
                <c:pt idx="31">
                  <c:v>1.3446316255473532</c:v>
                </c:pt>
                <c:pt idx="32">
                  <c:v>1.3766348314882668</c:v>
                </c:pt>
                <c:pt idx="33">
                  <c:v>1.4094462063030044</c:v>
                </c:pt>
                <c:pt idx="34">
                  <c:v>1.4430641127780963</c:v>
                </c:pt>
                <c:pt idx="35">
                  <c:v>1.4774848762872284</c:v>
                </c:pt>
                <c:pt idx="36">
                  <c:v>1.5127026500901644</c:v>
                </c:pt>
                <c:pt idx="37">
                  <c:v>1.5487092839111904</c:v>
                </c:pt>
                <c:pt idx="38">
                  <c:v>1.5854941974267522</c:v>
                </c:pt>
                <c:pt idx="39">
                  <c:v>1.6230442604171307</c:v>
                </c:pt>
                <c:pt idx="40">
                  <c:v>1.6613436814479128</c:v>
                </c:pt>
                <c:pt idx="41">
                  <c:v>1.7003739070392696</c:v>
                </c:pt>
                <c:pt idx="42">
                  <c:v>1.7401135333498063</c:v>
                </c:pt>
                <c:pt idx="43">
                  <c:v>1.7805382324423211</c:v>
                </c:pt>
                <c:pt idx="44">
                  <c:v>1.8216206952063605</c:v>
                </c:pt>
                <c:pt idx="45">
                  <c:v>1.863330592982537</c:v>
                </c:pt>
                <c:pt idx="46">
                  <c:v>1.9056345598620983</c:v>
                </c:pt>
                <c:pt idx="47">
                  <c:v>1.9484961975187214</c:v>
                </c:pt>
                <c:pt idx="48">
                  <c:v>1.9918761042653881</c:v>
                </c:pt>
                <c:pt idx="49">
                  <c:v>2.035731929815936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0.55343351038195798</c:v>
                </c:pt>
                <c:pt idx="1">
                  <c:v>0.57708020573626517</c:v>
                </c:pt>
                <c:pt idx="2">
                  <c:v>0.6010674762919147</c:v>
                </c:pt>
                <c:pt idx="3">
                  <c:v>0.62536018378081659</c:v>
                </c:pt>
                <c:pt idx="4">
                  <c:v>0.64992183116782243</c:v>
                </c:pt>
                <c:pt idx="5">
                  <c:v>0.67471474886047822</c:v>
                </c:pt>
                <c:pt idx="6">
                  <c:v>0.69970028766805448</c:v>
                </c:pt>
                <c:pt idx="7">
                  <c:v>0.72483901619732471</c:v>
                </c:pt>
                <c:pt idx="8">
                  <c:v>0.75009092035590008</c:v>
                </c:pt>
                <c:pt idx="9">
                  <c:v>0.77541560266227261</c:v>
                </c:pt>
                <c:pt idx="10">
                  <c:v>0.8007724791329679</c:v>
                </c:pt>
                <c:pt idx="11">
                  <c:v>0.82612097162806375</c:v>
                </c:pt>
                <c:pt idx="12">
                  <c:v>0.85142069368255802</c:v>
                </c:pt>
                <c:pt idx="13">
                  <c:v>0.87663162802759453</c:v>
                </c:pt>
                <c:pt idx="14">
                  <c:v>0.90171429420677007</c:v>
                </c:pt>
                <c:pt idx="15">
                  <c:v>0.92662990491264652</c:v>
                </c:pt>
                <c:pt idx="16">
                  <c:v>0.95134050990111263</c:v>
                </c:pt>
                <c:pt idx="17">
                  <c:v>0.97580912658029784</c:v>
                </c:pt>
                <c:pt idx="18">
                  <c:v>0.99999985661064095</c:v>
                </c:pt>
                <c:pt idx="19">
                  <c:v>1.0238779880880939</c:v>
                </c:pt>
                <c:pt idx="20">
                  <c:v>1.0474100831085849</c:v>
                </c:pt>
                <c:pt idx="21">
                  <c:v>1.0705640507246534</c:v>
                </c:pt>
                <c:pt idx="22">
                  <c:v>1.0933092055012879</c:v>
                </c:pt>
                <c:pt idx="23">
                  <c:v>1.1156163120547962</c:v>
                </c:pt>
                <c:pt idx="24">
                  <c:v>1.1374576161142327</c:v>
                </c:pt>
                <c:pt idx="25">
                  <c:v>1.1588068627783372</c:v>
                </c:pt>
                <c:pt idx="26">
                  <c:v>1.1796393027516874</c:v>
                </c:pt>
                <c:pt idx="27">
                  <c:v>1.1999316874320256</c:v>
                </c:pt>
                <c:pt idx="28">
                  <c:v>1.2196622537871469</c:v>
                </c:pt>
                <c:pt idx="29">
                  <c:v>1.2388107000055408</c:v>
                </c:pt>
                <c:pt idx="30">
                  <c:v>1.2573581529316082</c:v>
                </c:pt>
                <c:pt idx="31">
                  <c:v>1.2752871283055143</c:v>
                </c:pt>
                <c:pt idx="32">
                  <c:v>1.2925814848215562</c:v>
                </c:pt>
                <c:pt idx="33">
                  <c:v>1.3092263729993092</c:v>
                </c:pt>
                <c:pt idx="34">
                  <c:v>1.3252081798308899</c:v>
                </c:pt>
                <c:pt idx="35">
                  <c:v>1.3405144701274669</c:v>
                </c:pt>
                <c:pt idx="36">
                  <c:v>1.3551339254406294</c:v>
                </c:pt>
                <c:pt idx="37">
                  <c:v>1.3690562813812246</c:v>
                </c:pt>
                <c:pt idx="38">
                  <c:v>1.3822722641015419</c:v>
                </c:pt>
                <c:pt idx="39">
                  <c:v>1.3947735266477241</c:v>
                </c:pt>
                <c:pt idx="40">
                  <c:v>1.4065525858294545</c:v>
                </c:pt>
                <c:pt idx="41">
                  <c:v>1.417602760194375</c:v>
                </c:pt>
                <c:pt idx="42">
                  <c:v>1.427918109636428</c:v>
                </c:pt>
                <c:pt idx="43">
                  <c:v>1.4374933771110658</c:v>
                </c:pt>
                <c:pt idx="44">
                  <c:v>1.446323932876759</c:v>
                </c:pt>
                <c:pt idx="45">
                  <c:v>1.454405721631872</c:v>
                </c:pt>
                <c:pt idx="46">
                  <c:v>1.4617352128691008</c:v>
                </c:pt>
                <c:pt idx="47">
                  <c:v>1.4683093547264612</c:v>
                </c:pt>
                <c:pt idx="48">
                  <c:v>1.4741255315743731</c:v>
                </c:pt>
                <c:pt idx="49">
                  <c:v>1.4791815255426257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1.0135821642185969</c:v>
                </c:pt>
                <c:pt idx="1">
                  <c:v>0.998985378792556</c:v>
                </c:pt>
                <c:pt idx="2">
                  <c:v>0.98614585918123987</c:v>
                </c:pt>
                <c:pt idx="3">
                  <c:v>0.97501798853070076</c:v>
                </c:pt>
                <c:pt idx="4">
                  <c:v>0.96556185093699964</c:v>
                </c:pt>
                <c:pt idx="5">
                  <c:v>0.9577432580045826</c:v>
                </c:pt>
                <c:pt idx="6">
                  <c:v>0.95153376028207459</c:v>
                </c:pt>
                <c:pt idx="7">
                  <c:v>0.94691064902086231</c:v>
                </c:pt>
                <c:pt idx="8">
                  <c:v>0.94385695262564728</c:v>
                </c:pt>
                <c:pt idx="9">
                  <c:v>0.94236143117737803</c:v>
                </c:pt>
                <c:pt idx="10">
                  <c:v>0.94241857149219399</c:v>
                </c:pt>
                <c:pt idx="11">
                  <c:v>0.94402858431825631</c:v>
                </c:pt>
                <c:pt idx="12">
                  <c:v>0.94719740444747624</c:v>
                </c:pt>
                <c:pt idx="13">
                  <c:v>0.95193669371254663</c:v>
                </c:pt>
                <c:pt idx="14">
                  <c:v>0.95826384603236769</c:v>
                </c:pt>
                <c:pt idx="15">
                  <c:v>0.96620199284202124</c:v>
                </c:pt>
                <c:pt idx="16">
                  <c:v>0.97578000637822537</c:v>
                </c:pt>
                <c:pt idx="17">
                  <c:v>0.98703249736971266</c:v>
                </c:pt>
                <c:pt idx="18">
                  <c:v>0.99999980268724453</c:v>
                </c:pt>
                <c:pt idx="19">
                  <c:v>1.0147279574248067</c:v>
                </c:pt>
                <c:pt idx="20">
                  <c:v>1.031268644699221</c:v>
                </c:pt>
                <c:pt idx="21">
                  <c:v>1.049679115160993</c:v>
                </c:pt>
                <c:pt idx="22">
                  <c:v>1.0700220668009801</c:v>
                </c:pt>
                <c:pt idx="23">
                  <c:v>1.0923654741189388</c:v>
                </c:pt>
                <c:pt idx="24">
                  <c:v>1.1167823541044464</c:v>
                </c:pt>
                <c:pt idx="25">
                  <c:v>1.1433504547942168</c:v>
                </c:pt>
                <c:pt idx="26">
                  <c:v>1.1721518504550212</c:v>
                </c:pt>
                <c:pt idx="27">
                  <c:v>1.2032724257616758</c:v>
                </c:pt>
                <c:pt idx="28">
                  <c:v>1.2368012297836748</c:v>
                </c:pt>
                <c:pt idx="29">
                  <c:v>1.2728296792812706</c:v>
                </c:pt>
                <c:pt idx="30">
                  <c:v>1.3114505898965971</c:v>
                </c:pt>
                <c:pt idx="31">
                  <c:v>1.3527570135014506</c:v>
                </c:pt>
                <c:pt idx="32">
                  <c:v>1.3968408604659999</c:v>
                </c:pt>
                <c:pt idx="33">
                  <c:v>1.4437912872186343</c:v>
                </c:pt>
                <c:pt idx="34">
                  <c:v>1.4936928324897141</c:v>
                </c:pt>
                <c:pt idx="35">
                  <c:v>1.546623290410382</c:v>
                </c:pt>
                <c:pt idx="36">
                  <c:v>1.602651315518022</c:v>
                </c:pt>
                <c:pt idx="37">
                  <c:v>1.6618337640266772</c:v>
                </c:pt>
                <c:pt idx="38">
                  <c:v>1.7242127877151767</c:v>
                </c:pt>
                <c:pt idx="39">
                  <c:v>1.789812711613286</c:v>
                </c:pt>
                <c:pt idx="40">
                  <c:v>1.8586367442909391</c:v>
                </c:pt>
                <c:pt idx="41">
                  <c:v>1.9306635896867295</c:v>
                </c:pt>
                <c:pt idx="42">
                  <c:v>2.0058440514274194</c:v>
                </c:pt>
                <c:pt idx="43">
                  <c:v>2.0840977434695787</c:v>
                </c:pt>
                <c:pt idx="44">
                  <c:v>2.1653100431723988</c:v>
                </c:pt>
                <c:pt idx="45">
                  <c:v>2.2493294426725821</c:v>
                </c:pt>
                <c:pt idx="46">
                  <c:v>2.3359654693682135</c:v>
                </c:pt>
                <c:pt idx="47">
                  <c:v>2.4249873538560514</c:v>
                </c:pt>
                <c:pt idx="48">
                  <c:v>2.5161236211906974</c:v>
                </c:pt>
                <c:pt idx="49">
                  <c:v>2.6090627664956041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0.90409509237842633</c:v>
                </c:pt>
                <c:pt idx="1">
                  <c:v>1.4757742275329804</c:v>
                </c:pt>
                <c:pt idx="2">
                  <c:v>1.0180779158102133</c:v>
                </c:pt>
                <c:pt idx="3">
                  <c:v>1.0248984587711554</c:v>
                </c:pt>
                <c:pt idx="4">
                  <c:v>0.99634289823649058</c:v>
                </c:pt>
                <c:pt idx="5">
                  <c:v>1.0450610167729697</c:v>
                </c:pt>
                <c:pt idx="6">
                  <c:v>0.90179952391549312</c:v>
                </c:pt>
                <c:pt idx="7">
                  <c:v>0.77718916235015301</c:v>
                </c:pt>
                <c:pt idx="8">
                  <c:v>0.99414251293974132</c:v>
                </c:pt>
                <c:pt idx="9">
                  <c:v>0.87627406700010524</c:v>
                </c:pt>
                <c:pt idx="10">
                  <c:v>1.0270217083099924</c:v>
                </c:pt>
                <c:pt idx="11">
                  <c:v>1.0469267275306111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0.90802261445330801</c:v>
                </c:pt>
                <c:pt idx="1">
                  <c:v>1.4196773644468652</c:v>
                </c:pt>
                <c:pt idx="2">
                  <c:v>1.025148897979671</c:v>
                </c:pt>
                <c:pt idx="3">
                  <c:v>1.1036903208712912</c:v>
                </c:pt>
                <c:pt idx="4">
                  <c:v>1.0124800419883913</c:v>
                </c:pt>
                <c:pt idx="5">
                  <c:v>0.92250580401897797</c:v>
                </c:pt>
                <c:pt idx="6">
                  <c:v>0.98967982402111998</c:v>
                </c:pt>
                <c:pt idx="7">
                  <c:v>0.76644152469433002</c:v>
                </c:pt>
                <c:pt idx="8">
                  <c:v>0.9098833078089843</c:v>
                </c:pt>
                <c:pt idx="9">
                  <c:v>0.94974854886063398</c:v>
                </c:pt>
                <c:pt idx="10">
                  <c:v>0.96006681380635517</c:v>
                </c:pt>
                <c:pt idx="11">
                  <c:v>1.102872823484339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0.86129948714518922</c:v>
                </c:pt>
                <c:pt idx="1">
                  <c:v>1.5236777217292268</c:v>
                </c:pt>
                <c:pt idx="2">
                  <c:v>1.0184303821994718</c:v>
                </c:pt>
                <c:pt idx="3">
                  <c:v>0.89500681606649701</c:v>
                </c:pt>
                <c:pt idx="4">
                  <c:v>0.96112014776796295</c:v>
                </c:pt>
                <c:pt idx="5">
                  <c:v>1.2445397623480485</c:v>
                </c:pt>
                <c:pt idx="6">
                  <c:v>0.78692152380983915</c:v>
                </c:pt>
                <c:pt idx="7">
                  <c:v>0.80161498400385978</c:v>
                </c:pt>
                <c:pt idx="8">
                  <c:v>1.172846864042014</c:v>
                </c:pt>
                <c:pt idx="9">
                  <c:v>0.78430874465259137</c:v>
                </c:pt>
                <c:pt idx="10">
                  <c:v>1.1547717337871954</c:v>
                </c:pt>
                <c:pt idx="11">
                  <c:v>0.97243748206987868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0.64121945315796214</c:v>
                </c:pt>
                <c:pt idx="1">
                  <c:v>0.75212075025480285</c:v>
                </c:pt>
                <c:pt idx="2">
                  <c:v>0.65995038251216809</c:v>
                </c:pt>
                <c:pt idx="3">
                  <c:v>0.64633413258546468</c:v>
                </c:pt>
                <c:pt idx="4">
                  <c:v>0.89846783012370812</c:v>
                </c:pt>
                <c:pt idx="5">
                  <c:v>1.0232170467370059</c:v>
                </c:pt>
                <c:pt idx="6">
                  <c:v>1.2902884607427427</c:v>
                </c:pt>
                <c:pt idx="7">
                  <c:v>1.3338261553324378</c:v>
                </c:pt>
                <c:pt idx="8">
                  <c:v>1.2235946318971691</c:v>
                </c:pt>
                <c:pt idx="9">
                  <c:v>1.9531413270594757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0.84417987321031662</c:v>
                </c:pt>
                <c:pt idx="1">
                  <c:v>0.82363910745982472</c:v>
                </c:pt>
                <c:pt idx="2">
                  <c:v>0.69782670423840787</c:v>
                </c:pt>
                <c:pt idx="3">
                  <c:v>0.62673745115635004</c:v>
                </c:pt>
                <c:pt idx="4">
                  <c:v>0.82476093223923419</c:v>
                </c:pt>
                <c:pt idx="5">
                  <c:v>0.89704093086023595</c:v>
                </c:pt>
                <c:pt idx="6">
                  <c:v>1.2819011713271127</c:v>
                </c:pt>
                <c:pt idx="7">
                  <c:v>1.2199741038570937</c:v>
                </c:pt>
                <c:pt idx="8">
                  <c:v>1.3540948741905323</c:v>
                </c:pt>
                <c:pt idx="9">
                  <c:v>1.6931603926482603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0.56366462774808312</c:v>
                </c:pt>
                <c:pt idx="1">
                  <c:v>0.75361988062434671</c:v>
                </c:pt>
                <c:pt idx="2">
                  <c:v>0.65274011651731711</c:v>
                </c:pt>
                <c:pt idx="3">
                  <c:v>0.68084948648621446</c:v>
                </c:pt>
                <c:pt idx="4">
                  <c:v>0.96899440122525515</c:v>
                </c:pt>
                <c:pt idx="5">
                  <c:v>1.1753061748735614</c:v>
                </c:pt>
                <c:pt idx="6">
                  <c:v>1.0908607672580444</c:v>
                </c:pt>
                <c:pt idx="7">
                  <c:v>1.3785665699180853</c:v>
                </c:pt>
                <c:pt idx="8">
                  <c:v>0.92295627012257919</c:v>
                </c:pt>
                <c:pt idx="9">
                  <c:v>2.4577807319820244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0.45569883588170718</c:v>
                </c:pt>
                <c:pt idx="1">
                  <c:v>0.48221326666565273</c:v>
                </c:pt>
                <c:pt idx="2">
                  <c:v>0.50900025627358725</c:v>
                </c:pt>
                <c:pt idx="3">
                  <c:v>0.53595929210963322</c:v>
                </c:pt>
                <c:pt idx="4">
                  <c:v>0.56298811915420011</c:v>
                </c:pt>
                <c:pt idx="5">
                  <c:v>0.58998384432817463</c:v>
                </c:pt>
                <c:pt idx="6">
                  <c:v>0.6168439992040079</c:v>
                </c:pt>
                <c:pt idx="7">
                  <c:v>0.64346753736424478</c:v>
                </c:pt>
                <c:pt idx="8">
                  <c:v>0.66975574641655555</c:v>
                </c:pt>
                <c:pt idx="9">
                  <c:v>0.69561305890660818</c:v>
                </c:pt>
                <c:pt idx="10">
                  <c:v>0.72094775086846397</c:v>
                </c:pt>
                <c:pt idx="11">
                  <c:v>0.74567252127067174</c:v>
                </c:pt>
                <c:pt idx="12">
                  <c:v>0.76970494993690541</c:v>
                </c:pt>
                <c:pt idx="13">
                  <c:v>0.79296783546405814</c:v>
                </c:pt>
                <c:pt idx="14">
                  <c:v>0.81538941809541143</c:v>
                </c:pt>
                <c:pt idx="15">
                  <c:v>0.83690349534693342</c:v>
                </c:pt>
                <c:pt idx="16">
                  <c:v>0.85744944039174942</c:v>
                </c:pt>
                <c:pt idx="17">
                  <c:v>0.87697213478272595</c:v>
                </c:pt>
                <c:pt idx="18">
                  <c:v>0.89542182807048065</c:v>
                </c:pt>
                <c:pt idx="19">
                  <c:v>0.9127539373133704</c:v>
                </c:pt>
                <c:pt idx="20">
                  <c:v>0.92892879945298978</c:v>
                </c:pt>
                <c:pt idx="21">
                  <c:v>0.94391138912777817</c:v>
                </c:pt>
                <c:pt idx="22">
                  <c:v>0.95767101380471287</c:v>
                </c:pt>
                <c:pt idx="23">
                  <c:v>0.97018099720720963</c:v>
                </c:pt>
                <c:pt idx="24">
                  <c:v>0.98141836098122104</c:v>
                </c:pt>
                <c:pt idx="25">
                  <c:v>0.99136351343563944</c:v>
                </c:pt>
                <c:pt idx="26">
                  <c:v>0.99999995307055034</c:v>
                </c:pt>
                <c:pt idx="27">
                  <c:v>1.0073139935084079</c:v>
                </c:pt>
                <c:pt idx="28">
                  <c:v>1.0132945153980777</c:v>
                </c:pt>
                <c:pt idx="29">
                  <c:v>1.0179327498881836</c:v>
                </c:pt>
                <c:pt idx="30">
                  <c:v>1.0212220973730415</c:v>
                </c:pt>
                <c:pt idx="31">
                  <c:v>1.0231579844021539</c:v>
                </c:pt>
                <c:pt idx="32">
                  <c:v>1.0237377609064942</c:v>
                </c:pt>
                <c:pt idx="33">
                  <c:v>1.0229606392199526</c:v>
                </c:pt>
                <c:pt idx="34">
                  <c:v>1.0208276757467329</c:v>
                </c:pt>
                <c:pt idx="35">
                  <c:v>1.0173417955266806</c:v>
                </c:pt>
                <c:pt idx="36">
                  <c:v>1.0125078593604888</c:v>
                </c:pt>
                <c:pt idx="37">
                  <c:v>1.0063327725549711</c:v>
                </c:pt>
                <c:pt idx="38">
                  <c:v>0.99882563371519606</c:v>
                </c:pt>
                <c:pt idx="39">
                  <c:v>0.98999792132719533</c:v>
                </c:pt>
                <c:pt idx="40">
                  <c:v>0.97986371512696036</c:v>
                </c:pt>
                <c:pt idx="41">
                  <c:v>0.96843994842762715</c:v>
                </c:pt>
                <c:pt idx="42">
                  <c:v>0.9557466866716936</c:v>
                </c:pt>
                <c:pt idx="43">
                  <c:v>0.94180742649043714</c:v>
                </c:pt>
                <c:pt idx="44">
                  <c:v>0.92664940849842581</c:v>
                </c:pt>
                <c:pt idx="45">
                  <c:v>0.91030393594696224</c:v>
                </c:pt>
                <c:pt idx="46">
                  <c:v>0.89280669023732706</c:v>
                </c:pt>
                <c:pt idx="47">
                  <c:v>0.8741980331953868</c:v>
                </c:pt>
                <c:pt idx="48">
                  <c:v>0.85452328498824071</c:v>
                </c:pt>
                <c:pt idx="49">
                  <c:v>0.83383296568729559</c:v>
                </c:pt>
                <c:pt idx="50" formatCode="0.000_);[Red]\(0.000\)">
                  <c:v>0.81218298782669285</c:v>
                </c:pt>
                <c:pt idx="51" formatCode="0.000_);[Red]\(0.000\)">
                  <c:v>0.78963478695467471</c:v>
                </c:pt>
                <c:pt idx="52" formatCode="0.000_);[Red]\(0.000\)">
                  <c:v>0.76625537721456272</c:v>
                </c:pt>
                <c:pt idx="53" formatCode="0.000_);[Red]\(0.000\)">
                  <c:v>0.7421173195051316</c:v>
                </c:pt>
                <c:pt idx="54" formatCode="0.000_);[Red]\(0.000\)">
                  <c:v>0.71729859083123915</c:v>
                </c:pt>
                <c:pt idx="55" formatCode="0.000_);[Red]\(0.000\)">
                  <c:v>0.69188234512096847</c:v>
                </c:pt>
                <c:pt idx="56" formatCode="0.000_);[Red]\(0.000\)">
                  <c:v>0.66595655808546861</c:v>
                </c:pt>
                <c:pt idx="57" formatCode="0.000_);[Red]\(0.000\)">
                  <c:v>0.63961355162802846</c:v>
                </c:pt>
                <c:pt idx="58" formatCode="0.000_);[Red]\(0.000\)">
                  <c:v>0.61294939682411831</c:v>
                </c:pt>
                <c:pt idx="59" formatCode="0.000_);[Red]\(0.000\)">
                  <c:v>0.58606319850237165</c:v>
                </c:pt>
                <c:pt idx="60" formatCode="0.000_);[Red]\(0.000\)">
                  <c:v>0.55905626881804937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0.62642769441255142</c:v>
                </c:pt>
                <c:pt idx="1">
                  <c:v>0.65533262198156661</c:v>
                </c:pt>
                <c:pt idx="2">
                  <c:v>0.68367578356503833</c:v>
                </c:pt>
                <c:pt idx="3">
                  <c:v>0.71133458505480029</c:v>
                </c:pt>
                <c:pt idx="4">
                  <c:v>0.73819475141368285</c:v>
                </c:pt>
                <c:pt idx="5">
                  <c:v>0.76415095634358743</c:v>
                </c:pt>
                <c:pt idx="6">
                  <c:v>0.78910718822054482</c:v>
                </c:pt>
                <c:pt idx="7">
                  <c:v>0.81297687376200678</c:v>
                </c:pt>
                <c:pt idx="8">
                  <c:v>0.83568278713272037</c:v>
                </c:pt>
                <c:pt idx="9">
                  <c:v>0.85715677619349329</c:v>
                </c:pt>
                <c:pt idx="10">
                  <c:v>0.87733933954201115</c:v>
                </c:pt>
                <c:pt idx="11">
                  <c:v>0.89617908817896852</c:v>
                </c:pt>
                <c:pt idx="12">
                  <c:v>0.91363212440488673</c:v>
                </c:pt>
                <c:pt idx="13">
                  <c:v>0.92966136827789736</c:v>
                </c:pt>
                <c:pt idx="14">
                  <c:v>0.94423585898984908</c:v>
                </c:pt>
                <c:pt idx="15">
                  <c:v>0.95733005515897807</c:v>
                </c:pt>
                <c:pt idx="16">
                  <c:v>0.96892315455270939</c:v>
                </c:pt>
                <c:pt idx="17">
                  <c:v>0.97899845034788968</c:v>
                </c:pt>
                <c:pt idx="18">
                  <c:v>0.98754273785545021</c:v>
                </c:pt>
                <c:pt idx="19">
                  <c:v>0.99454578277747974</c:v>
                </c:pt>
                <c:pt idx="20">
                  <c:v>0.99999985957679549</c:v>
                </c:pt>
                <c:pt idx="21">
                  <c:v>1.0038993664343956</c:v>
                </c:pt>
                <c:pt idx="22">
                  <c:v>1.0062405215306971</c:v>
                </c:pt>
                <c:pt idx="23">
                  <c:v>1.0070211439713992</c:v>
                </c:pt>
                <c:pt idx="24">
                  <c:v>1.0062405215306971</c:v>
                </c:pt>
                <c:pt idx="25">
                  <c:v>1.0038993664343956</c:v>
                </c:pt>
                <c:pt idx="26">
                  <c:v>0.99999985957679549</c:v>
                </c:pt>
                <c:pt idx="27">
                  <c:v>0.99454578277747974</c:v>
                </c:pt>
                <c:pt idx="28">
                  <c:v>0.98754273785545021</c:v>
                </c:pt>
                <c:pt idx="29">
                  <c:v>0.97899845034788968</c:v>
                </c:pt>
                <c:pt idx="30">
                  <c:v>0.96892315455270939</c:v>
                </c:pt>
                <c:pt idx="31">
                  <c:v>0.95733005515897807</c:v>
                </c:pt>
                <c:pt idx="32">
                  <c:v>0.94423585898984908</c:v>
                </c:pt>
                <c:pt idx="33">
                  <c:v>0.92966136827789736</c:v>
                </c:pt>
                <c:pt idx="34">
                  <c:v>0.91363212440488673</c:v>
                </c:pt>
                <c:pt idx="35">
                  <c:v>0.89617908817896852</c:v>
                </c:pt>
                <c:pt idx="36">
                  <c:v>0.87733933954201115</c:v>
                </c:pt>
                <c:pt idx="37">
                  <c:v>0.85715677619349329</c:v>
                </c:pt>
                <c:pt idx="38">
                  <c:v>0.83568278713272037</c:v>
                </c:pt>
                <c:pt idx="39">
                  <c:v>0.81297687376200678</c:v>
                </c:pt>
                <c:pt idx="40">
                  <c:v>0.78910718822054482</c:v>
                </c:pt>
                <c:pt idx="41">
                  <c:v>0.76415095634358743</c:v>
                </c:pt>
                <c:pt idx="42">
                  <c:v>0.73819475141368285</c:v>
                </c:pt>
                <c:pt idx="43">
                  <c:v>0.71133458505480029</c:v>
                </c:pt>
                <c:pt idx="44">
                  <c:v>0.68367578356503833</c:v>
                </c:pt>
                <c:pt idx="45">
                  <c:v>0.65533262198156661</c:v>
                </c:pt>
                <c:pt idx="46">
                  <c:v>0.62642769441255142</c:v>
                </c:pt>
                <c:pt idx="47">
                  <c:v>0.59709100769516088</c:v>
                </c:pt>
                <c:pt idx="48">
                  <c:v>0.56745879609415728</c:v>
                </c:pt>
                <c:pt idx="49">
                  <c:v>0.53767206716786942</c:v>
                </c:pt>
                <c:pt idx="50" formatCode="0.000_);[Red]\(0.000\)">
                  <c:v>0.50787490249238176</c:v>
                </c:pt>
                <c:pt idx="51" formatCode="0.000_);[Red]\(0.000\)">
                  <c:v>0.47821255083300157</c:v>
                </c:pt>
                <c:pt idx="52" formatCode="0.000_);[Red]\(0.000\)">
                  <c:v>0.44882936460425094</c:v>
                </c:pt>
                <c:pt idx="53" formatCode="0.000_);[Red]\(0.000\)">
                  <c:v>0.41986664200308921</c:v>
                </c:pt>
                <c:pt idx="54" formatCode="0.000_);[Red]\(0.000\)">
                  <c:v>0.39146044599433732</c:v>
                </c:pt>
                <c:pt idx="55" formatCode="0.000_);[Red]\(0.000\)">
                  <c:v>0.3637394764712934</c:v>
                </c:pt>
                <c:pt idx="56" formatCode="0.000_);[Red]\(0.000\)">
                  <c:v>0.33682307276068696</c:v>
                </c:pt>
                <c:pt idx="57" formatCode="0.000_);[Red]\(0.000\)">
                  <c:v>0.31081941988843004</c:v>
                </c:pt>
                <c:pt idx="58" formatCode="0.000_);[Red]\(0.000\)">
                  <c:v>0.28582402377287874</c:v>
                </c:pt>
                <c:pt idx="59" formatCode="0.000_);[Red]\(0.000\)">
                  <c:v>0.26191850827796109</c:v>
                </c:pt>
                <c:pt idx="60" formatCode="0.000_);[Red]\(0.000\)">
                  <c:v>0.23916977171845161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0.28838340756955444</c:v>
                </c:pt>
                <c:pt idx="1">
                  <c:v>0.31111303308464516</c:v>
                </c:pt>
                <c:pt idx="2">
                  <c:v>0.3348246753227278</c:v>
                </c:pt>
                <c:pt idx="3">
                  <c:v>0.35947628727600484</c:v>
                </c:pt>
                <c:pt idx="4">
                  <c:v>0.3850171723446994</c:v>
                </c:pt>
                <c:pt idx="5">
                  <c:v>0.41138823896672644</c:v>
                </c:pt>
                <c:pt idx="6">
                  <c:v>0.43852239655970848</c:v>
                </c:pt>
                <c:pt idx="7">
                  <c:v>0.46634508606715969</c:v>
                </c:pt>
                <c:pt idx="8">
                  <c:v>0.49477493415719598</c:v>
                </c:pt>
                <c:pt idx="9">
                  <c:v>0.52372451625796079</c:v>
                </c:pt>
                <c:pt idx="10">
                  <c:v>0.55310121032070347</c:v>
                </c:pt>
                <c:pt idx="11">
                  <c:v>0.58280812063762433</c:v>
                </c:pt>
                <c:pt idx="12">
                  <c:v>0.61274504932148643</c:v>
                </c:pt>
                <c:pt idx="13">
                  <c:v>0.64280949224046002</c:v>
                </c:pt>
                <c:pt idx="14">
                  <c:v>0.67289763630315091</c:v>
                </c:pt>
                <c:pt idx="15">
                  <c:v>0.70290533596103599</c:v>
                </c:pt>
                <c:pt idx="16">
                  <c:v>0.73272904854735244</c:v>
                </c:pt>
                <c:pt idx="17">
                  <c:v>0.76226671047391292</c:v>
                </c:pt>
                <c:pt idx="18">
                  <c:v>0.79141853920497462</c:v>
                </c:pt>
                <c:pt idx="19">
                  <c:v>0.82008774915107974</c:v>
                </c:pt>
                <c:pt idx="20">
                  <c:v>0.84818117300492113</c:v>
                </c:pt>
                <c:pt idx="21">
                  <c:v>0.8756097834147003</c:v>
                </c:pt>
                <c:pt idx="22">
                  <c:v>0.90228911311548576</c:v>
                </c:pt>
                <c:pt idx="23">
                  <c:v>0.92813957459826868</c:v>
                </c:pt>
                <c:pt idx="24">
                  <c:v>0.95308668300101707</c:v>
                </c:pt>
                <c:pt idx="25">
                  <c:v>0.97706118809732345</c:v>
                </c:pt>
                <c:pt idx="26">
                  <c:v>0.99999912300632054</c:v>
                </c:pt>
                <c:pt idx="27">
                  <c:v>1.0218417785484646</c:v>
                </c:pt>
                <c:pt idx="28">
                  <c:v>1.0425356130433681</c:v>
                </c:pt>
                <c:pt idx="29">
                  <c:v>1.0620321078228787</c:v>
                </c:pt>
                <c:pt idx="30">
                  <c:v>1.080287578861747</c:v>
                </c:pt>
                <c:pt idx="31">
                  <c:v>1.097262954763331</c:v>
                </c:pt>
                <c:pt idx="32">
                  <c:v>1.1129235309354628</c:v>
                </c:pt>
                <c:pt idx="33">
                  <c:v>1.1272387092077794</c:v>
                </c:pt>
                <c:pt idx="34">
                  <c:v>1.1401817314287583</c:v>
                </c:pt>
                <c:pt idx="35">
                  <c:v>1.1517294147852004</c:v>
                </c:pt>
                <c:pt idx="36">
                  <c:v>1.161861895748791</c:v>
                </c:pt>
                <c:pt idx="37">
                  <c:v>1.1705623887061181</c:v>
                </c:pt>
                <c:pt idx="38">
                  <c:v>1.1778169644948655</c:v>
                </c:pt>
                <c:pt idx="39">
                  <c:v>1.1836143532673504</c:v>
                </c:pt>
                <c:pt idx="40">
                  <c:v>1.1879457753438434</c:v>
                </c:pt>
                <c:pt idx="41">
                  <c:v>1.1908048030069269</c:v>
                </c:pt>
                <c:pt idx="42">
                  <c:v>1.1921872555240902</c:v>
                </c:pt>
                <c:pt idx="43">
                  <c:v>1.1920911290641658</c:v>
                </c:pt>
                <c:pt idx="44">
                  <c:v>1.1905165625861198</c:v>
                </c:pt>
                <c:pt idx="45">
                  <c:v>1.1874658402155895</c:v>
                </c:pt>
                <c:pt idx="46">
                  <c:v>1.1829434300734722</c:v>
                </c:pt>
                <c:pt idx="47">
                  <c:v>1.1769560589688903</c:v>
                </c:pt>
                <c:pt idx="48">
                  <c:v>1.1695128218033175</c:v>
                </c:pt>
                <c:pt idx="49">
                  <c:v>1.1606253239415909</c:v>
                </c:pt>
                <c:pt idx="50" formatCode="0.000_);[Red]\(0.000\)">
                  <c:v>1.150307854178823</c:v>
                </c:pt>
                <c:pt idx="51" formatCode="0.000_);[Red]\(0.000\)">
                  <c:v>1.1385775852622273</c:v>
                </c:pt>
                <c:pt idx="52" formatCode="0.000_);[Red]\(0.000\)">
                  <c:v>1.1254547982094234</c:v>
                </c:pt>
                <c:pt idx="53" formatCode="0.000_);[Red]\(0.000\)">
                  <c:v>1.1109631259001131</c:v>
                </c:pt>
                <c:pt idx="54" formatCode="0.000_);[Red]\(0.000\)">
                  <c:v>1.0951298106115377</c:v>
                </c:pt>
                <c:pt idx="55" formatCode="0.000_);[Red]\(0.000\)">
                  <c:v>1.077985969331446</c:v>
                </c:pt>
                <c:pt idx="56" formatCode="0.000_);[Red]\(0.000\)">
                  <c:v>1.0595668598337957</c:v>
                </c:pt>
                <c:pt idx="57" formatCode="0.000_);[Red]\(0.000\)">
                  <c:v>1.039912139667847</c:v>
                </c:pt>
                <c:pt idx="58" formatCode="0.000_);[Red]\(0.000\)">
                  <c:v>1.0190661094241096</c:v>
                </c:pt>
                <c:pt idx="59" formatCode="0.000_);[Red]\(0.000\)">
                  <c:v>0.99707793094158104</c:v>
                </c:pt>
                <c:pt idx="60" formatCode="0.000_);[Red]\(0.000\)">
                  <c:v>0.97400181055740964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0.87475251232738982</c:v>
                </c:pt>
                <c:pt idx="1">
                  <c:v>0.91020976465747772</c:v>
                </c:pt>
                <c:pt idx="2">
                  <c:v>0.9775395971014369</c:v>
                </c:pt>
                <c:pt idx="3">
                  <c:v>0.99976749563117906</c:v>
                </c:pt>
                <c:pt idx="4">
                  <c:v>0.98012478067465891</c:v>
                </c:pt>
                <c:pt idx="5">
                  <c:v>0.99460961250418289</c:v>
                </c:pt>
                <c:pt idx="6">
                  <c:v>0.98548554937380539</c:v>
                </c:pt>
                <c:pt idx="7">
                  <c:v>0.9889437291936074</c:v>
                </c:pt>
                <c:pt idx="8">
                  <c:v>1.0289607525152524</c:v>
                </c:pt>
                <c:pt idx="9">
                  <c:v>1.0171325277505139</c:v>
                </c:pt>
                <c:pt idx="10">
                  <c:v>0.99471340631308114</c:v>
                </c:pt>
                <c:pt idx="11">
                  <c:v>1.0616963028443955</c:v>
                </c:pt>
                <c:pt idx="12">
                  <c:v>1.1130159907184407</c:v>
                </c:pt>
                <c:pt idx="13">
                  <c:v>1.082216738463962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Sheet1!$B$3:$O$3</c:f>
              <c:numCache>
                <c:formatCode>General</c:formatCode>
                <c:ptCount val="14"/>
                <c:pt idx="0">
                  <c:v>0.73715203934063933</c:v>
                </c:pt>
                <c:pt idx="1">
                  <c:v>0.84221814262008576</c:v>
                </c:pt>
                <c:pt idx="2">
                  <c:v>0.92490907299479119</c:v>
                </c:pt>
                <c:pt idx="3">
                  <c:v>0.98582143198833438</c:v>
                </c:pt>
                <c:pt idx="4">
                  <c:v>0.97756313898480363</c:v>
                </c:pt>
                <c:pt idx="5">
                  <c:v>0.9881092489690726</c:v>
                </c:pt>
                <c:pt idx="6">
                  <c:v>1.0056607070582735</c:v>
                </c:pt>
                <c:pt idx="7">
                  <c:v>0.97656591747728738</c:v>
                </c:pt>
                <c:pt idx="8">
                  <c:v>1.0079859324660918</c:v>
                </c:pt>
                <c:pt idx="9">
                  <c:v>1.0488861984420654</c:v>
                </c:pt>
                <c:pt idx="10">
                  <c:v>1.0668063237074663</c:v>
                </c:pt>
                <c:pt idx="11">
                  <c:v>1.1171804373546992</c:v>
                </c:pt>
                <c:pt idx="12">
                  <c:v>1.1714299734213236</c:v>
                </c:pt>
                <c:pt idx="13">
                  <c:v>1.1718806243521167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Sheet1!$B$4:$O$4</c:f>
              <c:numCache>
                <c:formatCode>General</c:formatCode>
                <c:ptCount val="14"/>
                <c:pt idx="0">
                  <c:v>0.99263344029431821</c:v>
                </c:pt>
                <c:pt idx="1">
                  <c:v>1.023910570866527</c:v>
                </c:pt>
                <c:pt idx="2">
                  <c:v>1.0403572691015976</c:v>
                </c:pt>
                <c:pt idx="3">
                  <c:v>1.0109203171987495</c:v>
                </c:pt>
                <c:pt idx="4">
                  <c:v>0.96657383325760782</c:v>
                </c:pt>
                <c:pt idx="5">
                  <c:v>0.99657450380697854</c:v>
                </c:pt>
                <c:pt idx="6">
                  <c:v>0.95551105094724609</c:v>
                </c:pt>
                <c:pt idx="7">
                  <c:v>1.0128334964436954</c:v>
                </c:pt>
                <c:pt idx="8">
                  <c:v>1.069980572877808</c:v>
                </c:pt>
                <c:pt idx="9">
                  <c:v>0.98633845020756383</c:v>
                </c:pt>
                <c:pt idx="10">
                  <c:v>0.91130432819691531</c:v>
                </c:pt>
                <c:pt idx="11">
                  <c:v>1.0067693063793006</c:v>
                </c:pt>
                <c:pt idx="12">
                  <c:v>1.0530206291827666</c:v>
                </c:pt>
                <c:pt idx="13">
                  <c:v>0.97910818801088051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1.2150356556137245</c:v>
                </c:pt>
                <c:pt idx="1">
                  <c:v>1.1731499442067084</c:v>
                </c:pt>
                <c:pt idx="2">
                  <c:v>1.1115624856553095</c:v>
                </c:pt>
                <c:pt idx="3">
                  <c:v>1.0434841571153235</c:v>
                </c:pt>
                <c:pt idx="4">
                  <c:v>0.91232968561667516</c:v>
                </c:pt>
                <c:pt idx="5">
                  <c:v>0.8658784660571115</c:v>
                </c:pt>
                <c:pt idx="6">
                  <c:v>0.90556556969620661</c:v>
                </c:pt>
                <c:pt idx="7">
                  <c:v>0.89993664233091408</c:v>
                </c:pt>
                <c:pt idx="8">
                  <c:v>0.93704502936396306</c:v>
                </c:pt>
                <c:pt idx="9">
                  <c:v>0.97851024810878251</c:v>
                </c:pt>
                <c:pt idx="10">
                  <c:v>0.99097936933384623</c:v>
                </c:pt>
                <c:pt idx="11">
                  <c:v>0.98949210011681299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1.2681561284070968</c:v>
                </c:pt>
                <c:pt idx="1">
                  <c:v>1.1933241698749371</c:v>
                </c:pt>
                <c:pt idx="2">
                  <c:v>1.1311145001451883</c:v>
                </c:pt>
                <c:pt idx="3">
                  <c:v>1.0678750745230317</c:v>
                </c:pt>
                <c:pt idx="4">
                  <c:v>0.95245528572397198</c:v>
                </c:pt>
                <c:pt idx="5">
                  <c:v>0.91994625238384808</c:v>
                </c:pt>
                <c:pt idx="6">
                  <c:v>0.92163595706792645</c:v>
                </c:pt>
                <c:pt idx="7">
                  <c:v>0.94751028123887682</c:v>
                </c:pt>
                <c:pt idx="8">
                  <c:v>0.94922015986074293</c:v>
                </c:pt>
                <c:pt idx="9">
                  <c:v>0.93628295743419576</c:v>
                </c:pt>
                <c:pt idx="10">
                  <c:v>0.89996369722617642</c:v>
                </c:pt>
                <c:pt idx="11">
                  <c:v>0.82696676039640615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1.1458075022621628</c:v>
                </c:pt>
                <c:pt idx="1">
                  <c:v>1.2177869486617434</c:v>
                </c:pt>
                <c:pt idx="2">
                  <c:v>1.1767574242280348</c:v>
                </c:pt>
                <c:pt idx="3">
                  <c:v>1.0971558950303533</c:v>
                </c:pt>
                <c:pt idx="4">
                  <c:v>0.92625139046107619</c:v>
                </c:pt>
                <c:pt idx="5">
                  <c:v>0.84325045175713043</c:v>
                </c:pt>
                <c:pt idx="6">
                  <c:v>0.91104564338105543</c:v>
                </c:pt>
                <c:pt idx="7">
                  <c:v>0.81259137340736531</c:v>
                </c:pt>
                <c:pt idx="8">
                  <c:v>0.84158627500119598</c:v>
                </c:pt>
                <c:pt idx="9">
                  <c:v>0.92370686650424716</c:v>
                </c:pt>
                <c:pt idx="10">
                  <c:v>0.99671735444697118</c:v>
                </c:pt>
                <c:pt idx="11">
                  <c:v>1.1708780674219459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0.36230735569627232</c:v>
                </c:pt>
                <c:pt idx="1">
                  <c:v>0.38896956959205903</c:v>
                </c:pt>
                <c:pt idx="2">
                  <c:v>0.41687514151636146</c:v>
                </c:pt>
                <c:pt idx="3">
                  <c:v>0.44601107438220927</c:v>
                </c:pt>
                <c:pt idx="4">
                  <c:v>0.47635707198327976</c:v>
                </c:pt>
                <c:pt idx="5">
                  <c:v>0.5078853908802714</c:v>
                </c:pt>
                <c:pt idx="6">
                  <c:v>0.54056078321993573</c:v>
                </c:pt>
                <c:pt idx="7">
                  <c:v>0.57434053550029684</c:v>
                </c:pt>
                <c:pt idx="8">
                  <c:v>0.60917460617315455</c:v>
                </c:pt>
                <c:pt idx="9">
                  <c:v>0.64500586266029625</c:v>
                </c:pt>
                <c:pt idx="10">
                  <c:v>0.68177041593438181</c:v>
                </c:pt>
                <c:pt idx="11">
                  <c:v>0.71939804836995203</c:v>
                </c:pt>
                <c:pt idx="12">
                  <c:v>0.75781272819967638</c:v>
                </c:pt>
                <c:pt idx="13">
                  <c:v>0.79693320171028581</c:v>
                </c:pt>
                <c:pt idx="14">
                  <c:v>0.83667365236989855</c:v>
                </c:pt>
                <c:pt idx="15">
                  <c:v>0.87694441447060445</c:v>
                </c:pt>
                <c:pt idx="16">
                  <c:v>0.917652727658405</c:v>
                </c:pt>
                <c:pt idx="17">
                  <c:v>0.95870351794893416</c:v>
                </c:pt>
                <c:pt idx="18">
                  <c:v>1.0000001905125999</c:v>
                </c:pt>
                <c:pt idx="19">
                  <c:v>1.0414454196557776</c:v>
                </c:pt>
                <c:pt idx="20">
                  <c:v>1.0829419220032548</c:v>
                </c:pt>
                <c:pt idx="21">
                  <c:v>1.124393199860179</c:v>
                </c:pt>
                <c:pt idx="22">
                  <c:v>1.1657042430424311</c:v>
                </c:pt>
                <c:pt idx="23">
                  <c:v>1.2067821790442326</c:v>
                </c:pt>
                <c:pt idx="24">
                  <c:v>1.247536863185214</c:v>
                </c:pt>
                <c:pt idx="25">
                  <c:v>1.287881402267965</c:v>
                </c:pt>
                <c:pt idx="26">
                  <c:v>1.3277326072046896</c:v>
                </c:pt>
                <c:pt idx="27">
                  <c:v>1.3670113719670345</c:v>
                </c:pt>
                <c:pt idx="28">
                  <c:v>1.4056429780138946</c:v>
                </c:pt>
                <c:pt idx="29">
                  <c:v>1.4435573250062645</c:v>
                </c:pt>
                <c:pt idx="30">
                  <c:v>1.4806890900861036</c:v>
                </c:pt>
                <c:pt idx="31">
                  <c:v>1.5169778192503081</c:v>
                </c:pt>
                <c:pt idx="32">
                  <c:v>1.5523679553757836</c:v>
                </c:pt>
                <c:pt idx="33">
                  <c:v>1.5868088082430027</c:v>
                </c:pt>
                <c:pt idx="34">
                  <c:v>1.6202544724685863</c:v>
                </c:pt>
                <c:pt idx="35">
                  <c:v>1.6526636996057393</c:v>
                </c:pt>
                <c:pt idx="36">
                  <c:v>1.6839997308240513</c:v>
                </c:pt>
                <c:pt idx="37">
                  <c:v>1.7142300965610233</c:v>
                </c:pt>
                <c:pt idx="38">
                  <c:v>1.743326389372692</c:v>
                </c:pt>
                <c:pt idx="39">
                  <c:v>1.7712640159271307</c:v>
                </c:pt>
                <c:pt idx="40">
                  <c:v>1.7980219337091161</c:v>
                </c:pt>
                <c:pt idx="41">
                  <c:v>1.8235823775623177</c:v>
                </c:pt>
                <c:pt idx="42">
                  <c:v>1.8479305807102742</c:v>
                </c:pt>
                <c:pt idx="43">
                  <c:v>1.8710544943897836</c:v>
                </c:pt>
                <c:pt idx="44">
                  <c:v>1.8929445097179436</c:v>
                </c:pt>
                <c:pt idx="45">
                  <c:v>1.9135931849115069</c:v>
                </c:pt>
                <c:pt idx="46">
                  <c:v>1.9329949804963205</c:v>
                </c:pt>
                <c:pt idx="47">
                  <c:v>1.9511460046942037</c:v>
                </c:pt>
                <c:pt idx="48">
                  <c:v>1.9680437707611413</c:v>
                </c:pt>
                <c:pt idx="49">
                  <c:v>1.9836869676782145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0.52329766567820024</c:v>
                </c:pt>
                <c:pt idx="1">
                  <c:v>0.54981564483970469</c:v>
                </c:pt>
                <c:pt idx="2">
                  <c:v>0.57668880459097283</c:v>
                </c:pt>
                <c:pt idx="3">
                  <c:v>0.60385198588622346</c:v>
                </c:pt>
                <c:pt idx="4">
                  <c:v>0.63123804838677644</c:v>
                </c:pt>
                <c:pt idx="5">
                  <c:v>0.65877839280892847</c:v>
                </c:pt>
                <c:pt idx="6">
                  <c:v>0.68640348607011492</c:v>
                </c:pt>
                <c:pt idx="7">
                  <c:v>0.71404338009893287</c:v>
                </c:pt>
                <c:pt idx="8">
                  <c:v>0.7416282156962587</c:v>
                </c:pt>
                <c:pt idx="9">
                  <c:v>0.76908870357838988</c:v>
                </c:pt>
                <c:pt idx="10">
                  <c:v>0.79635657565966</c:v>
                </c:pt>
                <c:pt idx="11">
                  <c:v>0.82336500069679786</c:v>
                </c:pt>
                <c:pt idx="12">
                  <c:v>0.85004895957366733</c:v>
                </c:pt>
                <c:pt idx="13">
                  <c:v>0.87634557670614333</c:v>
                </c:pt>
                <c:pt idx="14">
                  <c:v>0.90219440524850625</c:v>
                </c:pt>
                <c:pt idx="15">
                  <c:v>0.92753766494491208</c:v>
                </c:pt>
                <c:pt idx="16">
                  <c:v>0.95232043255814658</c:v>
                </c:pt>
                <c:pt idx="17">
                  <c:v>0.9764907857956312</c:v>
                </c:pt>
                <c:pt idx="18">
                  <c:v>0.99999990251936499</c:v>
                </c:pt>
                <c:pt idx="19">
                  <c:v>1.0228021177592721</c:v>
                </c:pt>
                <c:pt idx="20">
                  <c:v>1.0448549416420891</c:v>
                </c:pt>
                <c:pt idx="21">
                  <c:v>1.0661190418004922</c:v>
                </c:pt>
                <c:pt idx="22">
                  <c:v>1.0865581941447688</c:v>
                </c:pt>
                <c:pt idx="23">
                  <c:v>1.1061392060713517</c:v>
                </c:pt>
                <c:pt idx="24">
                  <c:v>1.1248318162613622</c:v>
                </c:pt>
                <c:pt idx="25">
                  <c:v>1.1426085752024966</c:v>
                </c:pt>
                <c:pt idx="26">
                  <c:v>1.1594447104647148</c:v>
                </c:pt>
                <c:pt idx="27">
                  <c:v>1.1753179805901692</c:v>
                </c:pt>
                <c:pt idx="28">
                  <c:v>1.1902085212360973</c:v>
                </c:pt>
                <c:pt idx="29">
                  <c:v>1.2040986869505279</c:v>
                </c:pt>
                <c:pt idx="30">
                  <c:v>1.2169728916777394</c:v>
                </c:pt>
                <c:pt idx="31">
                  <c:v>1.2288174507950287</c:v>
                </c:pt>
                <c:pt idx="32">
                  <c:v>1.2396204271842464</c:v>
                </c:pt>
                <c:pt idx="33">
                  <c:v>1.2493714835487135</c:v>
                </c:pt>
                <c:pt idx="34">
                  <c:v>1.2580617429047591</c:v>
                </c:pt>
                <c:pt idx="35">
                  <c:v>1.2656836589117195</c:v>
                </c:pt>
                <c:pt idx="36">
                  <c:v>1.27223089745786</c:v>
                </c:pt>
                <c:pt idx="37">
                  <c:v>1.2776982306938711</c:v>
                </c:pt>
                <c:pt idx="38">
                  <c:v>1.2820814445008606</c:v>
                </c:pt>
                <c:pt idx="39">
                  <c:v>1.2853772601954261</c:v>
                </c:pt>
                <c:pt idx="40">
                  <c:v>1.2875832711090263</c:v>
                </c:pt>
                <c:pt idx="41">
                  <c:v>1.2886978945303225</c:v>
                </c:pt>
                <c:pt idx="42">
                  <c:v>1.2887203393646591</c:v>
                </c:pt>
                <c:pt idx="43">
                  <c:v>1.2876505897413071</c:v>
                </c:pt>
                <c:pt idx="44">
                  <c:v>1.2854894046830108</c:v>
                </c:pt>
                <c:pt idx="45">
                  <c:v>1.282238333840132</c:v>
                </c:pt>
                <c:pt idx="46">
                  <c:v>1.2778997491795119</c:v>
                </c:pt>
                <c:pt idx="47">
                  <c:v>1.2724768924023218</c:v>
                </c:pt>
                <c:pt idx="48">
                  <c:v>1.2659739377419998</c:v>
                </c:pt>
                <c:pt idx="49">
                  <c:v>1.2583960696593968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0.1552107403117966</c:v>
                </c:pt>
                <c:pt idx="1">
                  <c:v>0.17639394678294604</c:v>
                </c:pt>
                <c:pt idx="2">
                  <c:v>0.19993057535671668</c:v>
                </c:pt>
                <c:pt idx="3">
                  <c:v>0.22599157545151302</c:v>
                </c:pt>
                <c:pt idx="4">
                  <c:v>0.25474535357381484</c:v>
                </c:pt>
                <c:pt idx="5">
                  <c:v>0.28635485725108084</c:v>
                </c:pt>
                <c:pt idx="6">
                  <c:v>0.32097435273864722</c:v>
                </c:pt>
                <c:pt idx="7">
                  <c:v>0.35874594604672538</c:v>
                </c:pt>
                <c:pt idx="8">
                  <c:v>0.39979591623393096</c:v>
                </c:pt>
                <c:pt idx="9">
                  <c:v>0.44423094949294473</c:v>
                </c:pt>
                <c:pt idx="10">
                  <c:v>0.49213438103525886</c:v>
                </c:pt>
                <c:pt idx="11">
                  <c:v>0.543562567681381</c:v>
                </c:pt>
                <c:pt idx="12">
                  <c:v>0.59854152578695763</c:v>
                </c:pt>
                <c:pt idx="13">
                  <c:v>0.6570639751187406</c:v>
                </c:pt>
                <c:pt idx="14">
                  <c:v>0.71908692816778441</c:v>
                </c:pt>
                <c:pt idx="15">
                  <c:v>0.78452995515905888</c:v>
                </c:pt>
                <c:pt idx="16">
                  <c:v>0.85327423724588436</c:v>
                </c:pt>
                <c:pt idx="17">
                  <c:v>0.92516249431099451</c:v>
                </c:pt>
                <c:pt idx="18">
                  <c:v>0.9999998404423095</c:v>
                </c:pt>
                <c:pt idx="19">
                  <c:v>1.0775555812709494</c:v>
                </c:pt>
                <c:pt idx="20">
                  <c:v>1.1575659253579869</c:v>
                </c:pt>
                <c:pt idx="21">
                  <c:v>1.23973753954958</c:v>
                </c:pt>
                <c:pt idx="22">
                  <c:v>1.3237518387202452</c:v>
                </c:pt>
                <c:pt idx="23">
                  <c:v>1.4092698664921359</c:v>
                </c:pt>
                <c:pt idx="24">
                  <c:v>1.4959375978171661</c:v>
                </c:pt>
                <c:pt idx="25">
                  <c:v>1.5833914785029592</c:v>
                </c:pt>
                <c:pt idx="26">
                  <c:v>1.6712640117435258</c:v>
                </c:pt>
                <c:pt idx="27">
                  <c:v>1.7591892074300026</c:v>
                </c:pt>
                <c:pt idx="28">
                  <c:v>1.8468077255195356</c:v>
                </c:pt>
                <c:pt idx="29">
                  <c:v>1.9337715683386436</c:v>
                </c:pt>
                <c:pt idx="30">
                  <c:v>2.0197482061754015</c:v>
                </c:pt>
                <c:pt idx="31">
                  <c:v>2.1044240533956935</c:v>
                </c:pt>
                <c:pt idx="32">
                  <c:v>2.1875072461273986</c:v>
                </c:pt>
                <c:pt idx="33">
                  <c:v>2.2687297050478374</c:v>
                </c:pt>
                <c:pt idx="34">
                  <c:v>2.3478484961422441</c:v>
                </c:pt>
                <c:pt idx="35">
                  <c:v>2.4246465271376159</c:v>
                </c:pt>
                <c:pt idx="36">
                  <c:v>2.4989326368591747</c:v>
                </c:pt>
                <c:pt idx="37">
                  <c:v>2.570541148719375</c:v>
                </c:pt>
                <c:pt idx="38">
                  <c:v>2.6393309680848409</c:v>
                </c:pt>
                <c:pt idx="39">
                  <c:v>2.7051843068678103</c:v>
                </c:pt>
                <c:pt idx="40">
                  <c:v>2.7680051180784107</c:v>
                </c:pt>
                <c:pt idx="41">
                  <c:v>2.8277173191000124</c:v>
                </c:pt>
                <c:pt idx="42">
                  <c:v>2.884262875991519</c:v>
                </c:pt>
                <c:pt idx="43">
                  <c:v>2.9375998130180871</c:v>
                </c:pt>
                <c:pt idx="44">
                  <c:v>2.9877002026150872</c:v>
                </c:pt>
                <c:pt idx="45">
                  <c:v>3.0345481817288773</c:v>
                </c:pt>
                <c:pt idx="46">
                  <c:v>3.0781380314493632</c:v>
                </c:pt>
                <c:pt idx="47">
                  <c:v>3.1184723484193788</c:v>
                </c:pt>
                <c:pt idx="48">
                  <c:v>3.1555603289208451</c:v>
                </c:pt>
                <c:pt idx="49">
                  <c:v>3.1894161799400527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3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0.96276708391469124</c:v>
                </c:pt>
                <c:pt idx="1">
                  <c:v>0.92549848289504366</c:v>
                </c:pt>
                <c:pt idx="2">
                  <c:v>0.94559757106266329</c:v>
                </c:pt>
                <c:pt idx="3">
                  <c:v>0.82029834128258383</c:v>
                </c:pt>
                <c:pt idx="4">
                  <c:v>0.92416428736331557</c:v>
                </c:pt>
                <c:pt idx="5">
                  <c:v>0.94190979019964582</c:v>
                </c:pt>
                <c:pt idx="6">
                  <c:v>0.98781385891463269</c:v>
                </c:pt>
                <c:pt idx="7">
                  <c:v>1.0604707591971663</c:v>
                </c:pt>
                <c:pt idx="8">
                  <c:v>1.0956632517453473</c:v>
                </c:pt>
                <c:pt idx="9">
                  <c:v>1.0535137184034515</c:v>
                </c:pt>
                <c:pt idx="10">
                  <c:v>0.98352702003709958</c:v>
                </c:pt>
                <c:pt idx="11">
                  <c:v>1.0964466196882938</c:v>
                </c:pt>
                <c:pt idx="12">
                  <c:v>1.1829084836950754</c:v>
                </c:pt>
                <c:pt idx="13">
                  <c:v>1.0562303237335284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Sheet1!$B$3:$O$3</c:f>
              <c:numCache>
                <c:formatCode>General</c:formatCode>
                <c:ptCount val="14"/>
                <c:pt idx="0">
                  <c:v>0.92934523982938233</c:v>
                </c:pt>
                <c:pt idx="1">
                  <c:v>0.94343268179657624</c:v>
                </c:pt>
                <c:pt idx="2">
                  <c:v>0.92727220387048503</c:v>
                </c:pt>
                <c:pt idx="3">
                  <c:v>0.79014264317515781</c:v>
                </c:pt>
                <c:pt idx="4">
                  <c:v>0.86806967532719748</c:v>
                </c:pt>
                <c:pt idx="5">
                  <c:v>0.94582049033592719</c:v>
                </c:pt>
                <c:pt idx="6">
                  <c:v>0.95243872142721142</c:v>
                </c:pt>
                <c:pt idx="7">
                  <c:v>1.0663696786628494</c:v>
                </c:pt>
                <c:pt idx="8">
                  <c:v>1.0613344120014816</c:v>
                </c:pt>
                <c:pt idx="9">
                  <c:v>1.0856594268798803</c:v>
                </c:pt>
                <c:pt idx="10">
                  <c:v>1.0112902628582421</c:v>
                </c:pt>
                <c:pt idx="11">
                  <c:v>1.1201585315476985</c:v>
                </c:pt>
                <c:pt idx="12">
                  <c:v>1.2212674728377957</c:v>
                </c:pt>
                <c:pt idx="13">
                  <c:v>1.1225796302755799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Sheet1!$B$4:$O$4</c:f>
              <c:numCache>
                <c:formatCode>General</c:formatCode>
                <c:ptCount val="14"/>
                <c:pt idx="0">
                  <c:v>1.0056302450205012</c:v>
                </c:pt>
                <c:pt idx="1">
                  <c:v>0.98052938069652973</c:v>
                </c:pt>
                <c:pt idx="2">
                  <c:v>0.9522002623587581</c:v>
                </c:pt>
                <c:pt idx="3">
                  <c:v>0.84804073965161353</c:v>
                </c:pt>
                <c:pt idx="4">
                  <c:v>0.99227528642984708</c:v>
                </c:pt>
                <c:pt idx="5">
                  <c:v>0.91246998751852404</c:v>
                </c:pt>
                <c:pt idx="6">
                  <c:v>1.0309825089621174</c:v>
                </c:pt>
                <c:pt idx="7">
                  <c:v>1.0409193725852144</c:v>
                </c:pt>
                <c:pt idx="8">
                  <c:v>1.1464626563244167</c:v>
                </c:pt>
                <c:pt idx="9">
                  <c:v>1.0139413549152196</c:v>
                </c:pt>
                <c:pt idx="10">
                  <c:v>0.95315112773327271</c:v>
                </c:pt>
                <c:pt idx="11">
                  <c:v>1.0719653202510755</c:v>
                </c:pt>
                <c:pt idx="12">
                  <c:v>1.123684195188476</c:v>
                </c:pt>
                <c:pt idx="13">
                  <c:v>0.95997986202298402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1.4272832795062449</c:v>
                </c:pt>
                <c:pt idx="1">
                  <c:v>1.3623476818721796</c:v>
                </c:pt>
                <c:pt idx="2">
                  <c:v>1.2554688715025262</c:v>
                </c:pt>
                <c:pt idx="3">
                  <c:v>1.1603519082153781</c:v>
                </c:pt>
                <c:pt idx="4">
                  <c:v>0.98155259957629859</c:v>
                </c:pt>
                <c:pt idx="5">
                  <c:v>0.92829753099665091</c:v>
                </c:pt>
                <c:pt idx="6">
                  <c:v>0.85647391016228414</c:v>
                </c:pt>
                <c:pt idx="7">
                  <c:v>0.77344517625099629</c:v>
                </c:pt>
                <c:pt idx="8">
                  <c:v>0.69761454447840099</c:v>
                </c:pt>
                <c:pt idx="9">
                  <c:v>0.75162684090029763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1.392366244187599</c:v>
                </c:pt>
                <c:pt idx="1">
                  <c:v>1.3912242796978576</c:v>
                </c:pt>
                <c:pt idx="2">
                  <c:v>1.2141372050837369</c:v>
                </c:pt>
                <c:pt idx="3">
                  <c:v>1.1718148014709626</c:v>
                </c:pt>
                <c:pt idx="4">
                  <c:v>0.99473909958468321</c:v>
                </c:pt>
                <c:pt idx="5">
                  <c:v>0.93692100683546753</c:v>
                </c:pt>
                <c:pt idx="6">
                  <c:v>0.87312327613143326</c:v>
                </c:pt>
                <c:pt idx="7">
                  <c:v>0.78850033684350707</c:v>
                </c:pt>
                <c:pt idx="8">
                  <c:v>0.69680018718054904</c:v>
                </c:pt>
                <c:pt idx="9">
                  <c:v>0.69680018718054904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1.5223703561882533</c:v>
                </c:pt>
                <c:pt idx="1">
                  <c:v>1.420253988290606</c:v>
                </c:pt>
                <c:pt idx="2">
                  <c:v>1.3950809217933045</c:v>
                </c:pt>
                <c:pt idx="3">
                  <c:v>1.2370381009695992</c:v>
                </c:pt>
                <c:pt idx="4">
                  <c:v>1.0496812734517575</c:v>
                </c:pt>
                <c:pt idx="5">
                  <c:v>1.0131258842300546</c:v>
                </c:pt>
                <c:pt idx="6">
                  <c:v>0.9031703512895074</c:v>
                </c:pt>
                <c:pt idx="7">
                  <c:v>0.74378584689523841</c:v>
                </c:pt>
                <c:pt idx="8">
                  <c:v>0.55113229792422913</c:v>
                </c:pt>
                <c:pt idx="9">
                  <c:v>0.60367804269313896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0.25467194864034909</c:v>
                </c:pt>
                <c:pt idx="1">
                  <c:v>0.28248872934418745</c:v>
                </c:pt>
                <c:pt idx="2">
                  <c:v>0.31231298289225989</c:v>
                </c:pt>
                <c:pt idx="3">
                  <c:v>0.34414767671269836</c:v>
                </c:pt>
                <c:pt idx="4">
                  <c:v>0.37797571884390369</c:v>
                </c:pt>
                <c:pt idx="5">
                  <c:v>0.41375866545895718</c:v>
                </c:pt>
                <c:pt idx="6">
                  <c:v>0.4514357836624231</c:v>
                </c:pt>
                <c:pt idx="7">
                  <c:v>0.49092351842430709</c:v>
                </c:pt>
                <c:pt idx="8">
                  <c:v>0.53211540002292346</c:v>
                </c:pt>
                <c:pt idx="9">
                  <c:v>0.57488241330940848</c:v>
                </c:pt>
                <c:pt idx="10">
                  <c:v>0.61907383324637288</c:v>
                </c:pt>
                <c:pt idx="11">
                  <c:v>0.66451851345952406</c:v>
                </c:pt>
                <c:pt idx="12">
                  <c:v>0.71102659703146187</c:v>
                </c:pt>
                <c:pt idx="13">
                  <c:v>0.7583916025387949</c:v>
                </c:pt>
                <c:pt idx="14">
                  <c:v>0.80639282439027826</c:v>
                </c:pt>
                <c:pt idx="15">
                  <c:v>0.85479797570393024</c:v>
                </c:pt>
                <c:pt idx="16">
                  <c:v>0.90336599486772406</c:v>
                </c:pt>
                <c:pt idx="17">
                  <c:v>0.95184993388016259</c:v>
                </c:pt>
                <c:pt idx="18">
                  <c:v>0.99999984758102312</c:v>
                </c:pt>
                <c:pt idx="19">
                  <c:v>1.0475656076883477</c:v>
                </c:pt>
                <c:pt idx="20">
                  <c:v>1.0942995736380663</c:v>
                </c:pt>
                <c:pt idx="21">
                  <c:v>1.139959062875662</c:v>
                </c:pt>
                <c:pt idx="22">
                  <c:v>1.1843085756624196</c:v>
                </c:pt>
                <c:pt idx="23">
                  <c:v>1.2271217427851864</c:v>
                </c:pt>
                <c:pt idx="24">
                  <c:v>1.2681829779874336</c:v>
                </c:pt>
                <c:pt idx="25">
                  <c:v>1.3072888297535064</c:v>
                </c:pt>
                <c:pt idx="26">
                  <c:v>1.3442490386939472</c:v>
                </c:pt>
                <c:pt idx="27">
                  <c:v>1.3788873167706057</c:v>
                </c:pt>
                <c:pt idx="28">
                  <c:v>1.4110418726993192</c:v>
                </c:pt>
                <c:pt idx="29">
                  <c:v>1.4405657139595063</c:v>
                </c:pt>
                <c:pt idx="30">
                  <c:v>1.4673267599378597</c:v>
                </c:pt>
                <c:pt idx="31">
                  <c:v>1.491207802953765</c:v>
                </c:pt>
                <c:pt idx="32">
                  <c:v>1.5121063544454134</c:v>
                </c:pt>
                <c:pt idx="33">
                  <c:v>1.5299344126693124</c:v>
                </c:pt>
                <c:pt idx="34">
                  <c:v>1.5446181861303656</c:v>
                </c:pt>
                <c:pt idx="35">
                  <c:v>1.556097803859114</c:v>
                </c:pt>
                <c:pt idx="36">
                  <c:v>1.5643270398117122</c:v>
                </c:pt>
                <c:pt idx="37">
                  <c:v>1.5692730742818681</c:v>
                </c:pt>
                <c:pt idx="38">
                  <c:v>1.5709163104434689</c:v>
                </c:pt>
                <c:pt idx="39">
                  <c:v>1.5692502591152502</c:v>
                </c:pt>
                <c:pt idx="40">
                  <c:v>1.5642814996518764</c:v>
                </c:pt>
                <c:pt idx="41">
                  <c:v>1.5560297195929702</c:v>
                </c:pt>
                <c:pt idx="42">
                  <c:v>1.5445278304020338</c:v>
                </c:pt>
                <c:pt idx="43">
                  <c:v>1.5298221513547561</c:v>
                </c:pt>
                <c:pt idx="44">
                  <c:v>1.5119726484500293</c:v>
                </c:pt>
                <c:pt idx="45">
                  <c:v>1.4910532101910519</c:v>
                </c:pt>
                <c:pt idx="46">
                  <c:v>1.4671519373155486</c:v>
                </c:pt>
                <c:pt idx="47">
                  <c:v>1.4403714191709824</c:v>
                </c:pt>
                <c:pt idx="48">
                  <c:v>1.4108289655939914</c:v>
                </c:pt>
                <c:pt idx="49">
                  <c:v>1.3786567600585873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0.39940737744669846</c:v>
                </c:pt>
                <c:pt idx="1">
                  <c:v>0.43340726264489621</c:v>
                </c:pt>
                <c:pt idx="2">
                  <c:v>0.46846164970251164</c:v>
                </c:pt>
                <c:pt idx="3">
                  <c:v>0.50439070945213582</c:v>
                </c:pt>
                <c:pt idx="4">
                  <c:v>0.54099769786423879</c:v>
                </c:pt>
                <c:pt idx="5">
                  <c:v>0.57807173747703733</c:v>
                </c:pt>
                <c:pt idx="6">
                  <c:v>0.61539088192661806</c:v>
                </c:pt>
                <c:pt idx="7">
                  <c:v>0.65272535370173645</c:v>
                </c:pt>
                <c:pt idx="8">
                  <c:v>0.68984084262424605</c:v>
                </c:pt>
                <c:pt idx="9">
                  <c:v>0.72650175655773164</c:v>
                </c:pt>
                <c:pt idx="10">
                  <c:v>0.762474325780784</c:v>
                </c:pt>
                <c:pt idx="11">
                  <c:v>0.79752947719491252</c:v>
                </c:pt>
                <c:pt idx="12">
                  <c:v>0.83144541265023242</c:v>
                </c:pt>
                <c:pt idx="13">
                  <c:v>0.86400984562530503</c:v>
                </c:pt>
                <c:pt idx="14">
                  <c:v>0.89502187079176554</c:v>
                </c:pt>
                <c:pt idx="15">
                  <c:v>0.92429346030345905</c:v>
                </c:pt>
                <c:pt idx="16">
                  <c:v>0.95165059791267737</c:v>
                </c:pt>
                <c:pt idx="17">
                  <c:v>0.97693407648516273</c:v>
                </c:pt>
                <c:pt idx="18">
                  <c:v>0.99999999573285225</c:v>
                </c:pt>
                <c:pt idx="19">
                  <c:v>1.0207200048729375</c:v>
                </c:pt>
                <c:pt idx="20">
                  <c:v>1.0389813395586611</c:v>
                </c:pt>
                <c:pt idx="21">
                  <c:v>1.0546867040935879</c:v>
                </c:pt>
                <c:pt idx="22">
                  <c:v>1.0677540490307795</c:v>
                </c:pt>
                <c:pt idx="23">
                  <c:v>1.0781162912165956</c:v>
                </c:pt>
                <c:pt idx="24">
                  <c:v>1.0857210186128528</c:v>
                </c:pt>
                <c:pt idx="25">
                  <c:v>1.0905302162336632</c:v>
                </c:pt>
                <c:pt idx="26">
                  <c:v>1.0925200426209005</c:v>
                </c:pt>
                <c:pt idx="27">
                  <c:v>1.0916806787456663</c:v>
                </c:pt>
                <c:pt idx="28">
                  <c:v>1.0880162632893706</c:v>
                </c:pt>
                <c:pt idx="29">
                  <c:v>1.0815449201008829</c:v>
                </c:pt>
                <c:pt idx="30">
                  <c:v>1.0722988753830678</c:v>
                </c:pt>
                <c:pt idx="31">
                  <c:v>1.060324653954686</c:v>
                </c:pt>
                <c:pt idx="32">
                  <c:v>1.0456833358905313</c:v>
                </c:pt>
                <c:pt idx="33">
                  <c:v>1.0284508471204672</c:v>
                </c:pt>
                <c:pt idx="34">
                  <c:v>1.0087182503704215</c:v>
                </c:pt>
                <c:pt idx="35">
                  <c:v>0.98659199641941953</c:v>
                </c:pt>
                <c:pt idx="36">
                  <c:v>0.9621940903565922</c:v>
                </c:pt>
                <c:pt idx="37">
                  <c:v>0.93566212374258528</c:v>
                </c:pt>
                <c:pt idx="38">
                  <c:v>0.90714912174766349</c:v>
                </c:pt>
                <c:pt idx="39">
                  <c:v>0.87682315490533347</c:v>
                </c:pt>
                <c:pt idx="40">
                  <c:v>0.84486666850695991</c:v>
                </c:pt>
                <c:pt idx="41">
                  <c:v>0.81147548920511292</c:v>
                </c:pt>
                <c:pt idx="42">
                  <c:v>0.77685747827629115</c:v>
                </c:pt>
                <c:pt idx="43">
                  <c:v>0.74123081418635195</c:v>
                </c:pt>
                <c:pt idx="44">
                  <c:v>0.70482190330025141</c:v>
                </c:pt>
                <c:pt idx="45">
                  <c:v>0.66786293616531467</c:v>
                </c:pt>
                <c:pt idx="46">
                  <c:v>0.6305891268373669</c:v>
                </c:pt>
                <c:pt idx="47">
                  <c:v>0.59323569298471768</c:v>
                </c:pt>
                <c:pt idx="48">
                  <c:v>0.55603465355346027</c:v>
                </c:pt>
                <c:pt idx="49">
                  <c:v>0.51921153706778167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9.3184338127207833E-2</c:v>
                </c:pt>
                <c:pt idx="1">
                  <c:v>0.10964578075775674</c:v>
                </c:pt>
                <c:pt idx="2">
                  <c:v>0.12856976783335958</c:v>
                </c:pt>
                <c:pt idx="3">
                  <c:v>0.15023514122556658</c:v>
                </c:pt>
                <c:pt idx="4">
                  <c:v>0.17493509547171437</c:v>
                </c:pt>
                <c:pt idx="5">
                  <c:v>0.20297446527002203</c:v>
                </c:pt>
                <c:pt idx="6">
                  <c:v>0.23466622430707523</c:v>
                </c:pt>
                <c:pt idx="7">
                  <c:v>0.27032715420929759</c:v>
                </c:pt>
                <c:pt idx="8">
                  <c:v>0.31027266917189228</c:v>
                </c:pt>
                <c:pt idx="9">
                  <c:v>0.35481081581630503</c:v>
                </c:pt>
                <c:pt idx="10">
                  <c:v>0.40423550861618129</c:v>
                </c:pt>
                <c:pt idx="11">
                  <c:v>0.45881910764874245</c:v>
                </c:pt>
                <c:pt idx="12">
                  <c:v>0.51880449548635299</c:v>
                </c:pt>
                <c:pt idx="13">
                  <c:v>0.58439686089564824</c:v>
                </c:pt>
                <c:pt idx="14">
                  <c:v>0.65575544501880667</c:v>
                </c:pt>
                <c:pt idx="15">
                  <c:v>0.73298554662897275</c:v>
                </c:pt>
                <c:pt idx="16">
                  <c:v>0.81613111235554858</c:v>
                </c:pt>
                <c:pt idx="17">
                  <c:v>0.9051682511113639</c:v>
                </c:pt>
                <c:pt idx="18">
                  <c:v>1.0000000056769411</c:v>
                </c:pt>
                <c:pt idx="19">
                  <c:v>1.1004526861325954</c:v>
                </c:pt>
                <c:pt idx="20">
                  <c:v>1.2062740189762247</c:v>
                </c:pt>
                <c:pt idx="21">
                  <c:v>1.3171332938464333</c:v>
                </c:pt>
                <c:pt idx="22">
                  <c:v>1.4326236005450703</c:v>
                </c:pt>
                <c:pt idx="23">
                  <c:v>1.5522661483303781</c:v>
                </c:pt>
                <c:pt idx="24">
                  <c:v>1.6755165546064752</c:v>
                </c:pt>
                <c:pt idx="25">
                  <c:v>1.8017728893594365</c:v>
                </c:pt>
                <c:pt idx="26">
                  <c:v>1.9303851730869661</c:v>
                </c:pt>
                <c:pt idx="27">
                  <c:v>2.0606659566137906</c:v>
                </c:pt>
                <c:pt idx="28">
                  <c:v>2.1919015663122696</c:v>
                </c:pt>
                <c:pt idx="29">
                  <c:v>2.3233635806804376</c:v>
                </c:pt>
                <c:pt idx="30">
                  <c:v>2.4543201141426469</c:v>
                </c:pt>
                <c:pt idx="31">
                  <c:v>2.5840465189765971</c:v>
                </c:pt>
                <c:pt idx="32">
                  <c:v>2.7118351719856344</c:v>
                </c:pt>
                <c:pt idx="33">
                  <c:v>2.8370040830446981</c:v>
                </c:pt>
                <c:pt idx="34">
                  <c:v>2.9589041414073316</c:v>
                </c:pt>
                <c:pt idx="35">
                  <c:v>3.0769248962177516</c:v>
                </c:pt>
                <c:pt idx="36">
                  <c:v>3.1904988443050946</c:v>
                </c:pt>
                <c:pt idx="37">
                  <c:v>3.2991042665091976</c:v>
                </c:pt>
                <c:pt idx="38">
                  <c:v>3.4022667103841093</c:v>
                </c:pt>
                <c:pt idx="39">
                  <c:v>3.4995592604904617</c:v>
                </c:pt>
                <c:pt idx="40">
                  <c:v>3.590601767291675</c:v>
                </c:pt>
                <c:pt idx="41">
                  <c:v>3.6750592226653707</c:v>
                </c:pt>
                <c:pt idx="42">
                  <c:v>3.7526394757642549</c:v>
                </c:pt>
                <c:pt idx="43">
                  <c:v>3.8230904794138136</c:v>
                </c:pt>
                <c:pt idx="44">
                  <c:v>3.8861972466092958</c:v>
                </c:pt>
                <c:pt idx="45">
                  <c:v>3.9417786811222792</c:v>
                </c:pt>
                <c:pt idx="46">
                  <c:v>3.9896844276899839</c:v>
                </c:pt>
                <c:pt idx="47">
                  <c:v>4.0297918673679485</c:v>
                </c:pt>
                <c:pt idx="48">
                  <c:v>4.0620033636438313</c:v>
                </c:pt>
                <c:pt idx="49">
                  <c:v>4.086243845730543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4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1.6236199968411194</c:v>
                </c:pt>
                <c:pt idx="1">
                  <c:v>1.5120395004974871</c:v>
                </c:pt>
                <c:pt idx="2">
                  <c:v>1.1928310266783217</c:v>
                </c:pt>
                <c:pt idx="3">
                  <c:v>0.91737112353756711</c:v>
                </c:pt>
                <c:pt idx="4">
                  <c:v>0.9217043215314249</c:v>
                </c:pt>
                <c:pt idx="5">
                  <c:v>0.88792752691058807</c:v>
                </c:pt>
                <c:pt idx="6">
                  <c:v>0.85889547799775567</c:v>
                </c:pt>
                <c:pt idx="7">
                  <c:v>1.0232719106867165</c:v>
                </c:pt>
                <c:pt idx="8">
                  <c:v>1.0487139576336162</c:v>
                </c:pt>
                <c:pt idx="9">
                  <c:v>0.93795419094206978</c:v>
                </c:pt>
                <c:pt idx="10">
                  <c:v>0.8000085294957282</c:v>
                </c:pt>
                <c:pt idx="11">
                  <c:v>0.88052060823277389</c:v>
                </c:pt>
                <c:pt idx="12">
                  <c:v>0.89213980283191452</c:v>
                </c:pt>
                <c:pt idx="13">
                  <c:v>0.77473317696205701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Sheet1!$B$3:$O$3</c:f>
              <c:numCache>
                <c:formatCode>General</c:formatCode>
                <c:ptCount val="14"/>
                <c:pt idx="0">
                  <c:v>1.2483114341713493</c:v>
                </c:pt>
                <c:pt idx="1">
                  <c:v>1.3542872650964128</c:v>
                </c:pt>
                <c:pt idx="2">
                  <c:v>1.1192373910168709</c:v>
                </c:pt>
                <c:pt idx="3">
                  <c:v>0.85793237151942692</c:v>
                </c:pt>
                <c:pt idx="4">
                  <c:v>0.88381413359910499</c:v>
                </c:pt>
                <c:pt idx="5">
                  <c:v>0.91769985703814605</c:v>
                </c:pt>
                <c:pt idx="6">
                  <c:v>0.87128262148802771</c:v>
                </c:pt>
                <c:pt idx="7">
                  <c:v>1.0679195274451321</c:v>
                </c:pt>
                <c:pt idx="8">
                  <c:v>1.0586077118495121</c:v>
                </c:pt>
                <c:pt idx="9">
                  <c:v>1.0176171453802814</c:v>
                </c:pt>
                <c:pt idx="10">
                  <c:v>0.88256896819199004</c:v>
                </c:pt>
                <c:pt idx="11">
                  <c:v>0.94765210398166799</c:v>
                </c:pt>
                <c:pt idx="12">
                  <c:v>0.9875867928392178</c:v>
                </c:pt>
                <c:pt idx="13">
                  <c:v>0.87615584252692957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Sheet1!$B$4:$O$4</c:f>
              <c:numCache>
                <c:formatCode>General</c:formatCode>
                <c:ptCount val="14"/>
                <c:pt idx="0">
                  <c:v>2.2342279437973809</c:v>
                </c:pt>
                <c:pt idx="1">
                  <c:v>2.0334567578787341</c:v>
                </c:pt>
                <c:pt idx="2">
                  <c:v>1.3032364838649932</c:v>
                </c:pt>
                <c:pt idx="3">
                  <c:v>1.017323717270457</c:v>
                </c:pt>
                <c:pt idx="4">
                  <c:v>0.97400113030499869</c:v>
                </c:pt>
                <c:pt idx="5">
                  <c:v>0.80918530462140092</c:v>
                </c:pt>
                <c:pt idx="6">
                  <c:v>0.83541840210814489</c:v>
                </c:pt>
                <c:pt idx="7">
                  <c:v>0.93001674418144287</c:v>
                </c:pt>
                <c:pt idx="8">
                  <c:v>1.0387391075819059</c:v>
                </c:pt>
                <c:pt idx="9">
                  <c:v>0.81443089293748427</c:v>
                </c:pt>
                <c:pt idx="10">
                  <c:v>0.6827427199455115</c:v>
                </c:pt>
                <c:pt idx="11">
                  <c:v>0.81045637774541501</c:v>
                </c:pt>
                <c:pt idx="12">
                  <c:v>0.77770895366527371</c:v>
                </c:pt>
                <c:pt idx="13">
                  <c:v>0.6638336396998209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1.0380141674359031</c:v>
                </c:pt>
                <c:pt idx="1">
                  <c:v>0.94443949124994864</c:v>
                </c:pt>
                <c:pt idx="2">
                  <c:v>0.80477200245608482</c:v>
                </c:pt>
                <c:pt idx="3">
                  <c:v>0.82554723452351397</c:v>
                </c:pt>
                <c:pt idx="4">
                  <c:v>0.8112298799416805</c:v>
                </c:pt>
                <c:pt idx="5">
                  <c:v>0.90876955241785795</c:v>
                </c:pt>
                <c:pt idx="6">
                  <c:v>1.0134600474864253</c:v>
                </c:pt>
                <c:pt idx="7">
                  <c:v>1.0804755925367227</c:v>
                </c:pt>
                <c:pt idx="8">
                  <c:v>1.1924529718119476</c:v>
                </c:pt>
                <c:pt idx="9">
                  <c:v>1.5299344126693124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1.3775324309610946</c:v>
                </c:pt>
                <c:pt idx="1">
                  <c:v>1.2006087194351724</c:v>
                </c:pt>
                <c:pt idx="2">
                  <c:v>0.87526208473203171</c:v>
                </c:pt>
                <c:pt idx="3">
                  <c:v>0.89969609353642022</c:v>
                </c:pt>
                <c:pt idx="4">
                  <c:v>0.82561051475045633</c:v>
                </c:pt>
                <c:pt idx="5">
                  <c:v>0.86868253770545878</c:v>
                </c:pt>
                <c:pt idx="6">
                  <c:v>0.94240421543892228</c:v>
                </c:pt>
                <c:pt idx="7">
                  <c:v>0.93549634834542694</c:v>
                </c:pt>
                <c:pt idx="8">
                  <c:v>0.98772896228775109</c:v>
                </c:pt>
                <c:pt idx="9">
                  <c:v>1.1753607159250574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0.6847249957674294</c:v>
                </c:pt>
                <c:pt idx="1">
                  <c:v>0.72072888434668725</c:v>
                </c:pt>
                <c:pt idx="2">
                  <c:v>0.77125010734246213</c:v>
                </c:pt>
                <c:pt idx="3">
                  <c:v>0.80918530462140092</c:v>
                </c:pt>
                <c:pt idx="4">
                  <c:v>0.87606647768830681</c:v>
                </c:pt>
                <c:pt idx="5">
                  <c:v>1.1018433332580084</c:v>
                </c:pt>
                <c:pt idx="6">
                  <c:v>1.2077064417802994</c:v>
                </c:pt>
                <c:pt idx="7">
                  <c:v>1.3571732424488692</c:v>
                </c:pt>
                <c:pt idx="8">
                  <c:v>1.227959725381859</c:v>
                </c:pt>
                <c:pt idx="9">
                  <c:v>1.601556563719791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0.38831974610116793</c:v>
                </c:pt>
                <c:pt idx="1">
                  <c:v>0.41545238598186718</c:v>
                </c:pt>
                <c:pt idx="2">
                  <c:v>0.44368323211688077</c:v>
                </c:pt>
                <c:pt idx="3">
                  <c:v>0.47298316858710143</c:v>
                </c:pt>
                <c:pt idx="4">
                  <c:v>0.5033158980315402</c:v>
                </c:pt>
                <c:pt idx="5">
                  <c:v>0.53463789885543023</c:v>
                </c:pt>
                <c:pt idx="6">
                  <c:v>0.56689845687367613</c:v>
                </c:pt>
                <c:pt idx="7">
                  <c:v>0.60003977292856592</c:v>
                </c:pt>
                <c:pt idx="8">
                  <c:v>0.63399714657456274</c:v>
                </c:pt>
                <c:pt idx="9">
                  <c:v>0.6686992344427739</c:v>
                </c:pt>
                <c:pt idx="10">
                  <c:v>0.70406838042950337</c:v>
                </c:pt>
                <c:pt idx="11">
                  <c:v>0.74002101344381088</c:v>
                </c:pt>
                <c:pt idx="12">
                  <c:v>0.77646810714335412</c:v>
                </c:pt>
                <c:pt idx="13">
                  <c:v>0.81331569492747258</c:v>
                </c:pt>
                <c:pt idx="14">
                  <c:v>0.85046543247739825</c:v>
                </c:pt>
                <c:pt idx="15">
                  <c:v>0.88781519936446729</c:v>
                </c:pt>
                <c:pt idx="16">
                  <c:v>0.92525973070863787</c:v>
                </c:pt>
                <c:pt idx="17">
                  <c:v>0.96269126957283435</c:v>
                </c:pt>
                <c:pt idx="18">
                  <c:v>1.0000002307255864</c:v>
                </c:pt>
                <c:pt idx="19">
                  <c:v>1.0370758665879587</c:v>
                </c:pt>
                <c:pt idx="20">
                  <c:v>1.0738069265853307</c:v>
                </c:pt>
                <c:pt idx="21">
                  <c:v>1.1100823017273651</c:v>
                </c:pt>
                <c:pt idx="22">
                  <c:v>1.145791647011702</c:v>
                </c:pt>
                <c:pt idx="23">
                  <c:v>1.1808259751556209</c:v>
                </c:pt>
                <c:pt idx="24">
                  <c:v>1.2150782161694003</c:v>
                </c:pt>
                <c:pt idx="25">
                  <c:v>1.2484437383589366</c:v>
                </c:pt>
                <c:pt idx="26">
                  <c:v>1.2808208274474668</c:v>
                </c:pt>
                <c:pt idx="27">
                  <c:v>1.312111121603116</c:v>
                </c:pt>
                <c:pt idx="28">
                  <c:v>1.3422200012198366</c:v>
                </c:pt>
                <c:pt idx="29">
                  <c:v>1.371056933297448</c:v>
                </c:pt>
                <c:pt idx="30">
                  <c:v>1.3985357711798645</c:v>
                </c:pt>
                <c:pt idx="31">
                  <c:v>1.4245750112220246</c:v>
                </c:pt>
                <c:pt idx="32">
                  <c:v>1.4490980086531857</c:v>
                </c:pt>
                <c:pt idx="33">
                  <c:v>1.4720331554794683</c:v>
                </c:pt>
                <c:pt idx="34">
                  <c:v>1.4933140237185007</c:v>
                </c:pt>
                <c:pt idx="35">
                  <c:v>1.5128794775841305</c:v>
                </c:pt>
                <c:pt idx="36">
                  <c:v>1.5306737584431356</c:v>
                </c:pt>
                <c:pt idx="37">
                  <c:v>1.5466465464547638</c:v>
                </c:pt>
                <c:pt idx="38">
                  <c:v>1.5607530027860221</c:v>
                </c:pt>
                <c:pt idx="39">
                  <c:v>1.5729537961803268</c:v>
                </c:pt>
                <c:pt idx="40">
                  <c:v>1.5832151174547755</c:v>
                </c:pt>
                <c:pt idx="41">
                  <c:v>1.5915086852226028</c:v>
                </c:pt>
                <c:pt idx="42">
                  <c:v>1.597811745793053</c:v>
                </c:pt>
                <c:pt idx="43">
                  <c:v>1.6021070698015183</c:v>
                </c:pt>
                <c:pt idx="44">
                  <c:v>1.6043829476783276</c:v>
                </c:pt>
                <c:pt idx="45">
                  <c:v>1.6046331855847784</c:v>
                </c:pt>
                <c:pt idx="46">
                  <c:v>1.6028571029389134</c:v>
                </c:pt>
                <c:pt idx="47">
                  <c:v>1.5990595321299053</c:v>
                </c:pt>
                <c:pt idx="48">
                  <c:v>1.5932508204870628</c:v>
                </c:pt>
                <c:pt idx="49">
                  <c:v>1.5854468340356278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0.73562754152619125</c:v>
                </c:pt>
                <c:pt idx="1">
                  <c:v>0.75254446028521815</c:v>
                </c:pt>
                <c:pt idx="2">
                  <c:v>0.76932228964970695</c:v>
                </c:pt>
                <c:pt idx="3">
                  <c:v>0.78593731297657632</c:v>
                </c:pt>
                <c:pt idx="4">
                  <c:v>0.80236582426839387</c:v>
                </c:pt>
                <c:pt idx="5">
                  <c:v>0.81858418508083686</c:v>
                </c:pt>
                <c:pt idx="6">
                  <c:v>0.83456888074070701</c:v>
                </c:pt>
                <c:pt idx="7">
                  <c:v>0.85029657566585282</c:v>
                </c:pt>
                <c:pt idx="8">
                  <c:v>0.86574416759370543</c:v>
                </c:pt>
                <c:pt idx="9">
                  <c:v>0.88088884054146133</c:v>
                </c:pt>
                <c:pt idx="10">
                  <c:v>0.89570811633796699</c:v>
                </c:pt>
                <c:pt idx="11">
                  <c:v>0.91017990458488129</c:v>
                </c:pt>
                <c:pt idx="12">
                  <c:v>0.92428255092242217</c:v>
                </c:pt>
                <c:pt idx="13">
                  <c:v>0.93799488349275906</c:v>
                </c:pt>
                <c:pt idx="14">
                  <c:v>0.95129625751164815</c:v>
                </c:pt>
                <c:pt idx="15">
                  <c:v>0.96416659787602965</c:v>
                </c:pt>
                <c:pt idx="16">
                  <c:v>0.97658643975181647</c:v>
                </c:pt>
                <c:pt idx="17">
                  <c:v>0.98853696710185002</c:v>
                </c:pt>
                <c:pt idx="18">
                  <c:v>1.0000000491288048</c:v>
                </c:pt>
                <c:pt idx="19">
                  <c:v>1.0109582746215824</c:v>
                </c:pt>
                <c:pt idx="20">
                  <c:v>1.0213949842063119</c:v>
                </c:pt>
                <c:pt idx="21">
                  <c:v>1.0312943005144051</c:v>
                </c:pt>
                <c:pt idx="22">
                  <c:v>1.0406411562900979</c:v>
                </c:pt>
                <c:pt idx="23">
                  <c:v>1.0494213204685419</c:v>
                </c:pt>
                <c:pt idx="24">
                  <c:v>1.0576214222626998</c:v>
                </c:pt>
                <c:pt idx="25">
                  <c:v>1.0652289733031088</c:v>
                </c:pt>
                <c:pt idx="26">
                  <c:v>1.0722323878789557</c:v>
                </c:pt>
                <c:pt idx="27">
                  <c:v>1.0786210013318964</c:v>
                </c:pt>
                <c:pt idx="28">
                  <c:v>1.0843850866557323</c:v>
                </c:pt>
                <c:pt idx="29">
                  <c:v>1.0895158693554001</c:v>
                </c:pt>
                <c:pt idx="30">
                  <c:v>1.094005540617899</c:v>
                </c:pt>
                <c:pt idx="31">
                  <c:v>1.0978472688457743</c:v>
                </c:pt>
                <c:pt idx="32">
                  <c:v>1.101035209600725</c:v>
                </c:pt>
                <c:pt idx="33">
                  <c:v>1.1035645140009194</c:v>
                </c:pt>
                <c:pt idx="34">
                  <c:v>1.1054313356107384</c:v>
                </c:pt>
                <c:pt idx="35">
                  <c:v>1.1066328358560877</c:v>
                </c:pt>
                <c:pt idx="36">
                  <c:v>1.1071671879922398</c:v>
                </c:pt>
                <c:pt idx="37">
                  <c:v>1.1070335796444435</c:v>
                </c:pt>
                <c:pt idx="38">
                  <c:v>1.1062322139345286</c:v>
                </c:pt>
                <c:pt idx="39">
                  <c:v>1.1047643091994017</c:v>
                </c:pt>
                <c:pt idx="40">
                  <c:v>1.1026320972999633</c:v>
                </c:pt>
                <c:pt idx="41">
                  <c:v>1.0998388205115881</c:v>
                </c:pt>
                <c:pt idx="42">
                  <c:v>1.0963887269801138</c:v>
                </c:pt>
                <c:pt idx="43">
                  <c:v>1.0922870647203466</c:v>
                </c:pt>
                <c:pt idx="44">
                  <c:v>1.0875400741275971</c:v>
                </c:pt>
                <c:pt idx="45">
                  <c:v>1.0821549789667801</c:v>
                </c:pt>
                <c:pt idx="46">
                  <c:v>1.0761399757983341</c:v>
                </c:pt>
                <c:pt idx="47">
                  <c:v>1.0695042217956576</c:v>
                </c:pt>
                <c:pt idx="48">
                  <c:v>1.0622578209051727</c:v>
                </c:pt>
                <c:pt idx="49">
                  <c:v>1.0544118082974439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0.12364099709238105</c:v>
                </c:pt>
                <c:pt idx="1">
                  <c:v>0.14441995736701754</c:v>
                </c:pt>
                <c:pt idx="2">
                  <c:v>0.16793556118851719</c:v>
                </c:pt>
                <c:pt idx="3">
                  <c:v>0.19439882437414563</c:v>
                </c:pt>
                <c:pt idx="4">
                  <c:v>0.22400884296817916</c:v>
                </c:pt>
                <c:pt idx="5">
                  <c:v>0.25694664203992418</c:v>
                </c:pt>
                <c:pt idx="6">
                  <c:v>0.29336863653582151</c:v>
                </c:pt>
                <c:pt idx="7">
                  <c:v>0.33339990984365347</c:v>
                </c:pt>
                <c:pt idx="8">
                  <c:v>0.37712755951581806</c:v>
                </c:pt>
                <c:pt idx="9">
                  <c:v>0.42459439395657045</c:v>
                </c:pt>
                <c:pt idx="10">
                  <c:v>0.47579328402986709</c:v>
                </c:pt>
                <c:pt idx="11">
                  <c:v>0.53066247526210419</c:v>
                </c:pt>
                <c:pt idx="12">
                  <c:v>0.58908214657836844</c:v>
                </c:pt>
                <c:pt idx="13">
                  <c:v>0.6508724591324706</c:v>
                </c:pt>
                <c:pt idx="14">
                  <c:v>0.71579327487162436</c:v>
                </c:pt>
                <c:pt idx="15">
                  <c:v>0.78354564259544823</c:v>
                </c:pt>
                <c:pt idx="16">
                  <c:v>0.85377505531475006</c:v>
                </c:pt>
                <c:pt idx="17">
                  <c:v>0.92607638434490924</c:v>
                </c:pt>
                <c:pt idx="18">
                  <c:v>1.0000003013439636</c:v>
                </c:pt>
                <c:pt idx="19">
                  <c:v>1.0750609178394468</c:v>
                </c:pt>
                <c:pt idx="20">
                  <c:v>1.1507443098680532</c:v>
                </c:pt>
                <c:pt idx="21">
                  <c:v>1.2265175582317822</c:v>
                </c:pt>
                <c:pt idx="22">
                  <c:v>1.3018379248871976</c:v>
                </c:pt>
                <c:pt idx="23">
                  <c:v>1.3761618025738713</c:v>
                </c:pt>
                <c:pt idx="24">
                  <c:v>1.4489531147583008</c:v>
                </c:pt>
                <c:pt idx="25">
                  <c:v>1.5196909010881003</c:v>
                </c:pt>
                <c:pt idx="26">
                  <c:v>1.5878758933707322</c:v>
                </c:pt>
                <c:pt idx="27">
                  <c:v>1.6530359618340109</c:v>
                </c:pt>
                <c:pt idx="28">
                  <c:v>1.7147303847872615</c:v>
                </c:pt>
                <c:pt idx="29">
                  <c:v>1.7725529615612658</c:v>
                </c:pt>
                <c:pt idx="30">
                  <c:v>1.826134044989244</c:v>
                </c:pt>
                <c:pt idx="31">
                  <c:v>1.875141613487773</c:v>
                </c:pt>
                <c:pt idx="32">
                  <c:v>1.9192815332529469</c:v>
                </c:pt>
                <c:pt idx="33">
                  <c:v>1.958297178656677</c:v>
                </c:pt>
                <c:pt idx="34">
                  <c:v>1.9919685849367015</c:v>
                </c:pt>
                <c:pt idx="35">
                  <c:v>2.0201113035684704</c:v>
                </c:pt>
                <c:pt idx="36">
                  <c:v>2.0425751193364192</c:v>
                </c:pt>
                <c:pt idx="37">
                  <c:v>2.0592427710803829</c:v>
                </c:pt>
                <c:pt idx="38">
                  <c:v>2.0700287971404028</c:v>
                </c:pt>
                <c:pt idx="39">
                  <c:v>2.0748786030833748</c:v>
                </c:pt>
                <c:pt idx="40">
                  <c:v>2.0737678244205129</c:v>
                </c:pt>
                <c:pt idx="41">
                  <c:v>2.0667020314178131</c:v>
                </c:pt>
                <c:pt idx="42">
                  <c:v>2.0537167971768482</c:v>
                </c:pt>
                <c:pt idx="43">
                  <c:v>2.0348781241359748</c:v>
                </c:pt>
                <c:pt idx="44">
                  <c:v>2.010283198135995</c:v>
                </c:pt>
                <c:pt idx="45">
                  <c:v>1.9800614133543155</c:v>
                </c:pt>
                <c:pt idx="46">
                  <c:v>1.944375586015598</c:v>
                </c:pt>
                <c:pt idx="47">
                  <c:v>1.9034232503470347</c:v>
                </c:pt>
                <c:pt idx="48">
                  <c:v>1.857437907590348</c:v>
                </c:pt>
                <c:pt idx="49">
                  <c:v>1.806690079201255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0.57183225454503828</c:v>
                </c:pt>
                <c:pt idx="1">
                  <c:v>0.75092889360368209</c:v>
                </c:pt>
                <c:pt idx="2">
                  <c:v>0.76259312555657899</c:v>
                </c:pt>
                <c:pt idx="3">
                  <c:v>0.82875998867131995</c:v>
                </c:pt>
                <c:pt idx="4">
                  <c:v>0.96084631489166816</c:v>
                </c:pt>
                <c:pt idx="5">
                  <c:v>0.95718203014992853</c:v>
                </c:pt>
                <c:pt idx="6">
                  <c:v>1.0448115111958993</c:v>
                </c:pt>
                <c:pt idx="7">
                  <c:v>1.0550289269146917</c:v>
                </c:pt>
                <c:pt idx="8">
                  <c:v>1.0392213375811512</c:v>
                </c:pt>
                <c:pt idx="9">
                  <c:v>1.3265240290930269</c:v>
                </c:pt>
                <c:pt idx="10">
                  <c:v>1.5395190469345008</c:v>
                </c:pt>
                <c:pt idx="11">
                  <c:v>1.5802182764179964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0.56480046003252493</c:v>
                </c:pt>
                <c:pt idx="1">
                  <c:v>0.71881767560312826</c:v>
                </c:pt>
                <c:pt idx="2">
                  <c:v>0.73788912404340667</c:v>
                </c:pt>
                <c:pt idx="3">
                  <c:v>0.86050629188744032</c:v>
                </c:pt>
                <c:pt idx="4">
                  <c:v>1.0218318378918871</c:v>
                </c:pt>
                <c:pt idx="5">
                  <c:v>0.93238505950692019</c:v>
                </c:pt>
                <c:pt idx="6">
                  <c:v>0.95221900646370361</c:v>
                </c:pt>
                <c:pt idx="7">
                  <c:v>1.0085141683562828</c:v>
                </c:pt>
                <c:pt idx="8">
                  <c:v>1.1179190445058267</c:v>
                </c:pt>
                <c:pt idx="9">
                  <c:v>1.336000392607108</c:v>
                </c:pt>
                <c:pt idx="10">
                  <c:v>1.6136232348046764</c:v>
                </c:pt>
                <c:pt idx="11">
                  <c:v>1.6204663683619338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0.57004780336420546</c:v>
                </c:pt>
                <c:pt idx="1">
                  <c:v>0.77567262524771963</c:v>
                </c:pt>
                <c:pt idx="2">
                  <c:v>0.77161104274691716</c:v>
                </c:pt>
                <c:pt idx="3">
                  <c:v>0.7895101939091318</c:v>
                </c:pt>
                <c:pt idx="4">
                  <c:v>0.9019088771675825</c:v>
                </c:pt>
                <c:pt idx="5">
                  <c:v>0.97787596458872572</c:v>
                </c:pt>
                <c:pt idx="6">
                  <c:v>1.1276868707743226</c:v>
                </c:pt>
                <c:pt idx="7">
                  <c:v>1.0992067396590768</c:v>
                </c:pt>
                <c:pt idx="8">
                  <c:v>0.98170352559459095</c:v>
                </c:pt>
                <c:pt idx="9">
                  <c:v>1.3388222647536434</c:v>
                </c:pt>
                <c:pt idx="10">
                  <c:v>1.5000639329089822</c:v>
                </c:pt>
                <c:pt idx="11">
                  <c:v>1.5828189271115183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0.87624844592453544</c:v>
                </c:pt>
                <c:pt idx="1">
                  <c:v>1.032450357911044</c:v>
                </c:pt>
                <c:pt idx="2">
                  <c:v>1.172636437468453</c:v>
                </c:pt>
                <c:pt idx="3">
                  <c:v>1.2129333295300773</c:v>
                </c:pt>
                <c:pt idx="4">
                  <c:v>1.2118216111620492</c:v>
                </c:pt>
                <c:pt idx="5">
                  <c:v>1.015762665338257</c:v>
                </c:pt>
                <c:pt idx="6">
                  <c:v>0.89178338496806975</c:v>
                </c:pt>
                <c:pt idx="7">
                  <c:v>0.88663082758648415</c:v>
                </c:pt>
                <c:pt idx="8">
                  <c:v>0.92631033749818825</c:v>
                </c:pt>
                <c:pt idx="9">
                  <c:v>0.84954939634760507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0.74239061930177142</c:v>
                </c:pt>
                <c:pt idx="1">
                  <c:v>1.0141966145197279</c:v>
                </c:pt>
                <c:pt idx="2">
                  <c:v>1.0943646304686137</c:v>
                </c:pt>
                <c:pt idx="3">
                  <c:v>1.1909359114958398</c:v>
                </c:pt>
                <c:pt idx="4">
                  <c:v>1.2617733498297716</c:v>
                </c:pt>
                <c:pt idx="5">
                  <c:v>1.1027081881161893</c:v>
                </c:pt>
                <c:pt idx="6">
                  <c:v>1.0034146045839634</c:v>
                </c:pt>
                <c:pt idx="7">
                  <c:v>1.0337773730551456</c:v>
                </c:pt>
                <c:pt idx="8">
                  <c:v>0.94729547808897008</c:v>
                </c:pt>
                <c:pt idx="9">
                  <c:v>0.73048539235784526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0.89368734117109339</c:v>
                </c:pt>
                <c:pt idx="1">
                  <c:v>1.0005784551901071</c:v>
                </c:pt>
                <c:pt idx="2">
                  <c:v>1.166260689308505</c:v>
                </c:pt>
                <c:pt idx="3">
                  <c:v>1.1764104389231995</c:v>
                </c:pt>
                <c:pt idx="4">
                  <c:v>1.1533830587331901</c:v>
                </c:pt>
                <c:pt idx="5">
                  <c:v>0.95814743665282498</c:v>
                </c:pt>
                <c:pt idx="6">
                  <c:v>0.83909573326627518</c:v>
                </c:pt>
                <c:pt idx="7">
                  <c:v>0.77940640501034275</c:v>
                </c:pt>
                <c:pt idx="8">
                  <c:v>0.94837663645631176</c:v>
                </c:pt>
                <c:pt idx="9">
                  <c:v>1.1693761984961724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Sheet1!$B$2:$AY$2</c:f>
              <c:numCache>
                <c:formatCode>General</c:formatCode>
                <c:ptCount val="50"/>
                <c:pt idx="0">
                  <c:v>0.23848100393673499</c:v>
                </c:pt>
                <c:pt idx="1">
                  <c:v>0.26526664321113619</c:v>
                </c:pt>
                <c:pt idx="2">
                  <c:v>0.29412758061557076</c:v>
                </c:pt>
                <c:pt idx="3">
                  <c:v>0.32509535563134578</c:v>
                </c:pt>
                <c:pt idx="4">
                  <c:v>0.35818389335247736</c:v>
                </c:pt>
                <c:pt idx="5">
                  <c:v>0.39338771576055398</c:v>
                </c:pt>
                <c:pt idx="6">
                  <c:v>0.43068036292953854</c:v>
                </c:pt>
                <c:pt idx="7">
                  <c:v>0.47001307908194373</c:v>
                </c:pt>
                <c:pt idx="8">
                  <c:v>0.51131381399524489</c:v>
                </c:pt>
                <c:pt idx="9">
                  <c:v>0.55448658342953705</c:v>
                </c:pt>
                <c:pt idx="10">
                  <c:v>0.59941122318315276</c:v>
                </c:pt>
                <c:pt idx="11">
                  <c:v>0.64594356040641365</c:v>
                </c:pt>
                <c:pt idx="12">
                  <c:v>0.69391601338224707</c:v>
                </c:pt>
                <c:pt idx="13">
                  <c:v>0.74313861770127332</c:v>
                </c:pt>
                <c:pt idx="14">
                  <c:v>0.79340046328310165</c:v>
                </c:pt>
                <c:pt idx="15">
                  <c:v>0.84447151372286333</c:v>
                </c:pt>
                <c:pt idx="16">
                  <c:v>0.8961047676514392</c:v>
                </c:pt>
                <c:pt idx="17">
                  <c:v>0.94803871179820753</c:v>
                </c:pt>
                <c:pt idx="18">
                  <c:v>1.0000000077296358</c:v>
                </c:pt>
                <c:pt idx="19">
                  <c:v>1.0517063491476173</c:v>
                </c:pt>
                <c:pt idx="20">
                  <c:v>1.1028694243376036</c:v>
                </c:pt>
                <c:pt idx="21">
                  <c:v>1.1531979188489323</c:v>
                </c:pt>
                <c:pt idx="22">
                  <c:v>1.2024004965892501</c:v>
                </c:pt>
                <c:pt idx="23">
                  <c:v>1.2501887028958032</c:v>
                </c:pt>
                <c:pt idx="24">
                  <c:v>1.2962797403688635</c:v>
                </c:pt>
                <c:pt idx="25">
                  <c:v>1.3403990768025684</c:v>
                </c:pt>
                <c:pt idx="26">
                  <c:v>1.3822828538787859</c:v>
                </c:pt>
                <c:pt idx="27">
                  <c:v>1.4216800748593139</c:v>
                </c:pt>
                <c:pt idx="28">
                  <c:v>1.4583545588201166</c:v>
                </c:pt>
                <c:pt idx="29">
                  <c:v>1.4920866575844387</c:v>
                </c:pt>
                <c:pt idx="30">
                  <c:v>1.5226747390800888</c:v>
                </c:pt>
                <c:pt idx="31">
                  <c:v>1.5499364471139145</c:v>
                </c:pt>
                <c:pt idx="32">
                  <c:v>1.5737097523622761</c:v>
                </c:pt>
                <c:pt idx="33">
                  <c:v>1.5938538126481643</c:v>
                </c:pt>
                <c:pt idx="34">
                  <c:v>1.6102496623211131</c:v>
                </c:pt>
                <c:pt idx="35">
                  <c:v>1.6228007508498048</c:v>
                </c:pt>
                <c:pt idx="36">
                  <c:v>1.6314333497072337</c:v>
                </c:pt>
                <c:pt idx="37">
                  <c:v>1.6360968444428872</c:v>
                </c:pt>
                <c:pt idx="38">
                  <c:v>1.6367639256927937</c:v>
                </c:pt>
                <c:pt idx="39">
                  <c:v>1.6334306889928747</c:v>
                </c:pt>
                <c:pt idx="40">
                  <c:v>1.6261166488623182</c:v>
                </c:pt>
                <c:pt idx="41">
                  <c:v>1.614864667946782</c:v>
                </c:pt>
                <c:pt idx="42">
                  <c:v>1.5997407972945072</c:v>
                </c:pt>
                <c:pt idx="43">
                  <c:v>1.5808340193206281</c:v>
                </c:pt>
                <c:pt idx="44">
                  <c:v>1.5582558809326212</c:v>
                </c:pt>
                <c:pt idx="45">
                  <c:v>1.5321400008742307</c:v>
                </c:pt>
                <c:pt idx="46">
                  <c:v>1.5026414328173237</c:v>
                </c:pt>
                <c:pt idx="47">
                  <c:v>1.4699358642956544</c:v>
                </c:pt>
                <c:pt idx="48">
                  <c:v>1.4342186314105048</c:v>
                </c:pt>
                <c:pt idx="49">
                  <c:v>1.3957035304885608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Sheet1!$B$3:$AY$3</c:f>
              <c:numCache>
                <c:formatCode>General</c:formatCode>
                <c:ptCount val="50"/>
                <c:pt idx="0">
                  <c:v>0.50652828034922104</c:v>
                </c:pt>
                <c:pt idx="1">
                  <c:v>0.53632792692569486</c:v>
                </c:pt>
                <c:pt idx="2">
                  <c:v>0.56654744707435123</c:v>
                </c:pt>
                <c:pt idx="3">
                  <c:v>0.59707123933845296</c:v>
                </c:pt>
                <c:pt idx="4">
                  <c:v>0.62777670550353859</c:v>
                </c:pt>
                <c:pt idx="5">
                  <c:v>0.65853512120016655</c:v>
                </c:pt>
                <c:pt idx="6">
                  <c:v>0.68921259185576456</c:v>
                </c:pt>
                <c:pt idx="7">
                  <c:v>0.71967108012420233</c:v>
                </c:pt>
                <c:pt idx="8">
                  <c:v>0.74976948991522674</c:v>
                </c:pt>
                <c:pt idx="9">
                  <c:v>0.77936479156487426</c:v>
                </c:pt>
                <c:pt idx="10">
                  <c:v>0.80831317253019974</c:v>
                </c:pt>
                <c:pt idx="11">
                  <c:v>0.83647119823679705</c:v>
                </c:pt>
                <c:pt idx="12">
                  <c:v>0.86369696831938958</c:v>
                </c:pt>
                <c:pt idx="13">
                  <c:v>0.88985125442433732</c:v>
                </c:pt>
                <c:pt idx="14">
                  <c:v>0.9147986069284515</c:v>
                </c:pt>
                <c:pt idx="15">
                  <c:v>0.93840841930448626</c:v>
                </c:pt>
                <c:pt idx="16">
                  <c:v>0.96055594036092951</c:v>
                </c:pt>
                <c:pt idx="17">
                  <c:v>0.98112322613369118</c:v>
                </c:pt>
                <c:pt idx="18">
                  <c:v>1.0000000247454477</c:v>
                </c:pt>
                <c:pt idx="19">
                  <c:v>1.0170845890169395</c:v>
                </c:pt>
                <c:pt idx="20">
                  <c:v>1.0322844129644226</c:v>
                </c:pt>
                <c:pt idx="21">
                  <c:v>1.0455168895101485</c:v>
                </c:pt>
                <c:pt idx="22">
                  <c:v>1.0567098877408805</c:v>
                </c:pt>
                <c:pt idx="23">
                  <c:v>1.0658022488573131</c:v>
                </c:pt>
                <c:pt idx="24">
                  <c:v>1.0727442005604577</c:v>
                </c:pt>
                <c:pt idx="25">
                  <c:v>1.0774976900260265</c:v>
                </c:pt>
                <c:pt idx="26">
                  <c:v>1.0800366358406348</c:v>
                </c:pt>
                <c:pt idx="27">
                  <c:v>1.0803470993387769</c:v>
                </c:pt>
                <c:pt idx="28">
                  <c:v>1.0784273757185983</c:v>
                </c:pt>
                <c:pt idx="29">
                  <c:v>1.0742880051643111</c:v>
                </c:pt>
                <c:pt idx="30">
                  <c:v>1.0679517040043618</c:v>
                </c:pt>
                <c:pt idx="31">
                  <c:v>1.0594532157297254</c:v>
                </c:pt>
                <c:pt idx="32">
                  <c:v>1.0488390815288124</c:v>
                </c:pt>
                <c:pt idx="33">
                  <c:v>1.0361673299058309</c:v>
                </c:pt>
                <c:pt idx="34">
                  <c:v>1.0215070849760473</c:v>
                </c:pt>
                <c:pt idx="35">
                  <c:v>1.0049380932075496</c:v>
                </c:pt>
                <c:pt idx="36">
                  <c:v>0.98655016873136347</c:v>
                </c:pt>
                <c:pt idx="37">
                  <c:v>0.96644255788874556</c:v>
                </c:pt>
                <c:pt idx="38">
                  <c:v>0.94472322443534928</c:v>
                </c:pt>
                <c:pt idx="39">
                  <c:v>0.92150805777544176</c:v>
                </c:pt>
                <c:pt idx="40">
                  <c:v>0.89692000774293124</c:v>
                </c:pt>
                <c:pt idx="41">
                  <c:v>0.87108815075551793</c:v>
                </c:pt>
                <c:pt idx="42">
                  <c:v>0.84414669360830219</c:v>
                </c:pt>
                <c:pt idx="43">
                  <c:v>0.81623392269744033</c:v>
                </c:pt>
                <c:pt idx="44">
                  <c:v>0.78749110801736755</c:v>
                </c:pt>
                <c:pt idx="45">
                  <c:v>0.75806137279378549</c:v>
                </c:pt>
                <c:pt idx="46">
                  <c:v>0.72808854103133491</c:v>
                </c:pt>
                <c:pt idx="47">
                  <c:v>0.69771597650025718</c:v>
                </c:pt>
                <c:pt idx="48">
                  <c:v>0.66708542769279344</c:v>
                </c:pt>
                <c:pt idx="49">
                  <c:v>0.63633589398550883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Sheet1!$B$1:$AY$1</c:f>
              <c:strCache>
                <c:ptCount val="50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  <c:pt idx="7">
                  <c:v>37</c:v>
                </c:pt>
                <c:pt idx="8">
                  <c:v>38</c:v>
                </c:pt>
                <c:pt idx="9">
                  <c:v>39</c:v>
                </c:pt>
                <c:pt idx="10">
                  <c:v>40</c:v>
                </c:pt>
                <c:pt idx="11">
                  <c:v>41</c:v>
                </c:pt>
                <c:pt idx="12">
                  <c:v>42</c:v>
                </c:pt>
                <c:pt idx="13">
                  <c:v>43</c:v>
                </c:pt>
                <c:pt idx="14">
                  <c:v>44</c:v>
                </c:pt>
                <c:pt idx="15">
                  <c:v>45</c:v>
                </c:pt>
                <c:pt idx="16">
                  <c:v>46</c:v>
                </c:pt>
                <c:pt idx="17">
                  <c:v>47</c:v>
                </c:pt>
                <c:pt idx="18">
                  <c:v>48</c:v>
                </c:pt>
                <c:pt idx="19">
                  <c:v>49</c:v>
                </c:pt>
                <c:pt idx="20">
                  <c:v>50</c:v>
                </c:pt>
                <c:pt idx="21">
                  <c:v>51</c:v>
                </c:pt>
                <c:pt idx="22">
                  <c:v>52</c:v>
                </c:pt>
                <c:pt idx="23">
                  <c:v>53</c:v>
                </c:pt>
                <c:pt idx="24">
                  <c:v>54</c:v>
                </c:pt>
                <c:pt idx="25">
                  <c:v>55</c:v>
                </c:pt>
                <c:pt idx="26">
                  <c:v>56</c:v>
                </c:pt>
                <c:pt idx="27">
                  <c:v>57</c:v>
                </c:pt>
                <c:pt idx="28">
                  <c:v>58</c:v>
                </c:pt>
                <c:pt idx="29">
                  <c:v>59</c:v>
                </c:pt>
                <c:pt idx="30">
                  <c:v>60</c:v>
                </c:pt>
                <c:pt idx="31">
                  <c:v>61</c:v>
                </c:pt>
                <c:pt idx="32">
                  <c:v>62</c:v>
                </c:pt>
                <c:pt idx="33">
                  <c:v>63</c:v>
                </c:pt>
                <c:pt idx="34">
                  <c:v>64</c:v>
                </c:pt>
                <c:pt idx="35">
                  <c:v>65</c:v>
                </c:pt>
                <c:pt idx="36">
                  <c:v>66</c:v>
                </c:pt>
                <c:pt idx="37">
                  <c:v>67</c:v>
                </c:pt>
                <c:pt idx="38">
                  <c:v>68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</c:strCache>
            </c:strRef>
          </c:cat>
          <c:val>
            <c:numRef>
              <c:f>Sheet1!$B$4:$AY$4</c:f>
              <c:numCache>
                <c:formatCode>General</c:formatCode>
                <c:ptCount val="50"/>
                <c:pt idx="0">
                  <c:v>6.4334833562105689E-2</c:v>
                </c:pt>
                <c:pt idx="1">
                  <c:v>7.8841475473678216E-2</c:v>
                </c:pt>
                <c:pt idx="2">
                  <c:v>9.6062757182247036E-2</c:v>
                </c:pt>
                <c:pt idx="3">
                  <c:v>0.11636679759725434</c:v>
                </c:pt>
                <c:pt idx="4">
                  <c:v>0.14013859195348821</c:v>
                </c:pt>
                <c:pt idx="5">
                  <c:v>0.16777263733494119</c:v>
                </c:pt>
                <c:pt idx="6">
                  <c:v>0.19966357854853301</c:v>
                </c:pt>
                <c:pt idx="7">
                  <c:v>0.2361948979342198</c:v>
                </c:pt>
                <c:pt idx="8">
                  <c:v>0.27772580668525743</c:v>
                </c:pt>
                <c:pt idx="9">
                  <c:v>0.32457665121839441</c:v>
                </c:pt>
                <c:pt idx="10">
                  <c:v>0.37701331596720905</c:v>
                </c:pt>
                <c:pt idx="11">
                  <c:v>0.43523126888509556</c:v>
                </c:pt>
                <c:pt idx="12">
                  <c:v>0.4993400392677893</c:v>
                </c:pt>
                <c:pt idx="13">
                  <c:v>0.5693490184997787</c:v>
                </c:pt>
                <c:pt idx="14">
                  <c:v>0.64515551298281715</c:v>
                </c:pt>
                <c:pt idx="15">
                  <c:v>0.72653593900801505</c:v>
                </c:pt>
                <c:pt idx="16">
                  <c:v>0.81314092363996771</c:v>
                </c:pt>
                <c:pt idx="17">
                  <c:v>0.90449486636989063</c:v>
                </c:pt>
                <c:pt idx="18">
                  <c:v>1.000000237905156</c:v>
                </c:pt>
                <c:pt idx="19">
                  <c:v>1.0989465707146984</c:v>
                </c:pt>
                <c:pt idx="20">
                  <c:v>1.2005237646786338</c:v>
                </c:pt>
                <c:pt idx="21">
                  <c:v>1.3038390274132128</c:v>
                </c:pt>
                <c:pt idx="22">
                  <c:v>1.407936526894952</c:v>
                </c:pt>
                <c:pt idx="23">
                  <c:v>1.511818679999231</c:v>
                </c:pt>
                <c:pt idx="24">
                  <c:v>1.6144679483635078</c:v>
                </c:pt>
                <c:pt idx="25">
                  <c:v>1.7148680625531594</c:v>
                </c:pt>
                <c:pt idx="26">
                  <c:v>1.8120237338703966</c:v>
                </c:pt>
                <c:pt idx="27">
                  <c:v>1.9049781175236036</c:v>
                </c:pt>
                <c:pt idx="28">
                  <c:v>1.9928275331547807</c:v>
                </c:pt>
                <c:pt idx="29">
                  <c:v>2.0747332001997361</c:v>
                </c:pt>
                <c:pt idx="30">
                  <c:v>2.1499299809712671</c:v>
                </c:pt>
                <c:pt idx="31">
                  <c:v>2.2177323246246803</c:v>
                </c:pt>
                <c:pt idx="32">
                  <c:v>2.2775377585579304</c:v>
                </c:pt>
                <c:pt idx="33">
                  <c:v>2.3288283757252062</c:v>
                </c:pt>
                <c:pt idx="34">
                  <c:v>2.3711708181246447</c:v>
                </c:pt>
                <c:pt idx="35">
                  <c:v>2.4042152638293262</c:v>
                </c:pt>
                <c:pt idx="36">
                  <c:v>2.427693895132605</c:v>
                </c:pt>
                <c:pt idx="37">
                  <c:v>2.4414192671214408</c:v>
                </c:pt>
                <c:pt idx="38">
                  <c:v>2.44528291721686</c:v>
                </c:pt>
                <c:pt idx="39">
                  <c:v>2.4392544636753151</c:v>
                </c:pt>
                <c:pt idx="40">
                  <c:v>2.4233813400537989</c:v>
                </c:pt>
                <c:pt idx="41">
                  <c:v>2.3977892072663325</c:v>
                </c:pt>
                <c:pt idx="42">
                  <c:v>2.3626829783263914</c:v>
                </c:pt>
                <c:pt idx="43">
                  <c:v>2.3183482861580953</c:v>
                </c:pt>
                <c:pt idx="44">
                  <c:v>2.2651531253314356</c:v>
                </c:pt>
                <c:pt idx="45">
                  <c:v>2.2035493085422999</c:v>
                </c:pt>
                <c:pt idx="46">
                  <c:v>2.1340733037514301</c:v>
                </c:pt>
                <c:pt idx="47">
                  <c:v>2.0573459651601951</c:v>
                </c:pt>
                <c:pt idx="48">
                  <c:v>1.9740706487643174</c:v>
                </c:pt>
                <c:pt idx="49">
                  <c:v>1.8850292195058143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0.8287871256712579</c:v>
                </c:pt>
                <c:pt idx="1">
                  <c:v>0.99449512468248558</c:v>
                </c:pt>
                <c:pt idx="2">
                  <c:v>0.95989624164488907</c:v>
                </c:pt>
                <c:pt idx="3">
                  <c:v>0.94295079848605146</c:v>
                </c:pt>
                <c:pt idx="4">
                  <c:v>0.9923363485071397</c:v>
                </c:pt>
                <c:pt idx="5">
                  <c:v>1.0031431028148083</c:v>
                </c:pt>
                <c:pt idx="6">
                  <c:v>1.0120788342791252</c:v>
                </c:pt>
                <c:pt idx="7">
                  <c:v>0.93840440519381085</c:v>
                </c:pt>
                <c:pt idx="8">
                  <c:v>0.89823875928996411</c:v>
                </c:pt>
                <c:pt idx="9">
                  <c:v>1.0469876405975886</c:v>
                </c:pt>
                <c:pt idx="10">
                  <c:v>1.1934080649702157</c:v>
                </c:pt>
                <c:pt idx="11">
                  <c:v>1.2528608018730276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0.79288829437019848</c:v>
                </c:pt>
                <c:pt idx="1">
                  <c:v>0.8557334109798187</c:v>
                </c:pt>
                <c:pt idx="2">
                  <c:v>0.92517498294665534</c:v>
                </c:pt>
                <c:pt idx="3">
                  <c:v>0.97410298251794947</c:v>
                </c:pt>
                <c:pt idx="4">
                  <c:v>1.0879489146283927</c:v>
                </c:pt>
                <c:pt idx="5">
                  <c:v>0.96770819176990674</c:v>
                </c:pt>
                <c:pt idx="6">
                  <c:v>0.89213649348573221</c:v>
                </c:pt>
                <c:pt idx="7">
                  <c:v>0.90662325709711555</c:v>
                </c:pt>
                <c:pt idx="8">
                  <c:v>1.0248907749362273</c:v>
                </c:pt>
                <c:pt idx="9">
                  <c:v>1.125927263476816</c:v>
                </c:pt>
                <c:pt idx="10">
                  <c:v>1.2596167032831971</c:v>
                </c:pt>
                <c:pt idx="11">
                  <c:v>1.3034420010608825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0.85636252748342345</c:v>
                </c:pt>
                <c:pt idx="1">
                  <c:v>1.1258413400499838</c:v>
                </c:pt>
                <c:pt idx="2">
                  <c:v>0.98170591468767898</c:v>
                </c:pt>
                <c:pt idx="3">
                  <c:v>0.90338425037816705</c:v>
                </c:pt>
                <c:pt idx="4">
                  <c:v>0.90053164658401263</c:v>
                </c:pt>
                <c:pt idx="5">
                  <c:v>1.0385150217232635</c:v>
                </c:pt>
                <c:pt idx="6">
                  <c:v>1.1295109844274032</c:v>
                </c:pt>
                <c:pt idx="7">
                  <c:v>0.97565920694734998</c:v>
                </c:pt>
                <c:pt idx="8">
                  <c:v>0.79539504594094101</c:v>
                </c:pt>
                <c:pt idx="9">
                  <c:v>0.99311715997331429</c:v>
                </c:pt>
                <c:pt idx="10">
                  <c:v>1.1543746824778129</c:v>
                </c:pt>
                <c:pt idx="11">
                  <c:v>1.2303035678517615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0.6544199370229703</c:v>
                </c:pt>
                <c:pt idx="1">
                  <c:v>0.67059580045291145</c:v>
                </c:pt>
                <c:pt idx="2">
                  <c:v>0.70904331821400157</c:v>
                </c:pt>
                <c:pt idx="3">
                  <c:v>0.85384236303599825</c:v>
                </c:pt>
                <c:pt idx="4">
                  <c:v>0.99907617426433903</c:v>
                </c:pt>
                <c:pt idx="5">
                  <c:v>0.99988336568933711</c:v>
                </c:pt>
                <c:pt idx="6">
                  <c:v>1.0306093282564088</c:v>
                </c:pt>
                <c:pt idx="7">
                  <c:v>1.2514423477686958</c:v>
                </c:pt>
                <c:pt idx="8">
                  <c:v>1.5640235102647146</c:v>
                </c:pt>
                <c:pt idx="9">
                  <c:v>1.7516173115411773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0.63060585037241446</c:v>
                </c:pt>
                <c:pt idx="1">
                  <c:v>0.83365546293806814</c:v>
                </c:pt>
                <c:pt idx="2">
                  <c:v>0.67431073038096734</c:v>
                </c:pt>
                <c:pt idx="3">
                  <c:v>0.83997602377961222</c:v>
                </c:pt>
                <c:pt idx="4">
                  <c:v>1.0509864995588791</c:v>
                </c:pt>
                <c:pt idx="5">
                  <c:v>1.0362047287887306</c:v>
                </c:pt>
                <c:pt idx="6">
                  <c:v>1.0918018410005328</c:v>
                </c:pt>
                <c:pt idx="7">
                  <c:v>1.3588464422269462</c:v>
                </c:pt>
                <c:pt idx="8">
                  <c:v>1.4656787713650685</c:v>
                </c:pt>
                <c:pt idx="9">
                  <c:v>1.3624047608618783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Sheet1!$B$1:$K$1</c:f>
              <c:strCache>
                <c:ptCount val="10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1980-1987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0.5801920748780649</c:v>
                </c:pt>
                <c:pt idx="1">
                  <c:v>0.55325709819655466</c:v>
                </c:pt>
                <c:pt idx="2">
                  <c:v>0.66491618862599422</c:v>
                </c:pt>
                <c:pt idx="3">
                  <c:v>0.80527547583146208</c:v>
                </c:pt>
                <c:pt idx="4">
                  <c:v>0.93502969625138044</c:v>
                </c:pt>
                <c:pt idx="5">
                  <c:v>0.97239548723290081</c:v>
                </c:pt>
                <c:pt idx="6">
                  <c:v>1.0232053563768226</c:v>
                </c:pt>
                <c:pt idx="7">
                  <c:v>1.1740483944533555</c:v>
                </c:pt>
                <c:pt idx="8">
                  <c:v>1.7298493148839051</c:v>
                </c:pt>
                <c:pt idx="9">
                  <c:v>2.6301793123171895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0.45569883588170718</c:v>
                </c:pt>
                <c:pt idx="1">
                  <c:v>0.48221326666565273</c:v>
                </c:pt>
                <c:pt idx="2">
                  <c:v>0.50900025627358725</c:v>
                </c:pt>
                <c:pt idx="3">
                  <c:v>0.53595929210963322</c:v>
                </c:pt>
                <c:pt idx="4">
                  <c:v>0.56298811915420011</c:v>
                </c:pt>
                <c:pt idx="5">
                  <c:v>0.58998384432817463</c:v>
                </c:pt>
                <c:pt idx="6">
                  <c:v>0.6168439992040079</c:v>
                </c:pt>
                <c:pt idx="7">
                  <c:v>0.64346753736424478</c:v>
                </c:pt>
                <c:pt idx="8">
                  <c:v>0.66975574641655555</c:v>
                </c:pt>
                <c:pt idx="9">
                  <c:v>0.69561305890660818</c:v>
                </c:pt>
                <c:pt idx="10">
                  <c:v>0.72094775086846397</c:v>
                </c:pt>
                <c:pt idx="11">
                  <c:v>0.74567252127067174</c:v>
                </c:pt>
                <c:pt idx="12">
                  <c:v>0.76970494993690541</c:v>
                </c:pt>
                <c:pt idx="13">
                  <c:v>0.79296783546405814</c:v>
                </c:pt>
                <c:pt idx="14">
                  <c:v>0.81538941809541143</c:v>
                </c:pt>
                <c:pt idx="15">
                  <c:v>0.83690349534693342</c:v>
                </c:pt>
                <c:pt idx="16">
                  <c:v>0.85744944039174942</c:v>
                </c:pt>
                <c:pt idx="17">
                  <c:v>0.87697213478272595</c:v>
                </c:pt>
                <c:pt idx="18">
                  <c:v>0.89542182807048065</c:v>
                </c:pt>
                <c:pt idx="19">
                  <c:v>0.9127539373133704</c:v>
                </c:pt>
                <c:pt idx="20">
                  <c:v>0.92892879945298978</c:v>
                </c:pt>
                <c:pt idx="21">
                  <c:v>0.94391138912777817</c:v>
                </c:pt>
                <c:pt idx="22">
                  <c:v>0.95767101380471287</c:v>
                </c:pt>
                <c:pt idx="23">
                  <c:v>0.97018099720720963</c:v>
                </c:pt>
                <c:pt idx="24">
                  <c:v>0.98141836098122104</c:v>
                </c:pt>
                <c:pt idx="25">
                  <c:v>0.99136351343563944</c:v>
                </c:pt>
                <c:pt idx="26">
                  <c:v>0.99999995307055034</c:v>
                </c:pt>
                <c:pt idx="27">
                  <c:v>1.0073139935084079</c:v>
                </c:pt>
                <c:pt idx="28">
                  <c:v>1.0132945153980777</c:v>
                </c:pt>
                <c:pt idx="29">
                  <c:v>1.0179327498881836</c:v>
                </c:pt>
                <c:pt idx="30">
                  <c:v>1.0212220973730415</c:v>
                </c:pt>
                <c:pt idx="31">
                  <c:v>1.0231579844021539</c:v>
                </c:pt>
                <c:pt idx="32">
                  <c:v>1.0237377609064942</c:v>
                </c:pt>
                <c:pt idx="33">
                  <c:v>1.0229606392199526</c:v>
                </c:pt>
                <c:pt idx="34">
                  <c:v>1.0208276757467329</c:v>
                </c:pt>
                <c:pt idx="35">
                  <c:v>1.0173417955266806</c:v>
                </c:pt>
                <c:pt idx="36">
                  <c:v>1.0125078593604888</c:v>
                </c:pt>
                <c:pt idx="37">
                  <c:v>1.0063327725549711</c:v>
                </c:pt>
                <c:pt idx="38">
                  <c:v>0.99882563371519606</c:v>
                </c:pt>
                <c:pt idx="39">
                  <c:v>0.98999792132719533</c:v>
                </c:pt>
                <c:pt idx="40">
                  <c:v>0.97986371512696036</c:v>
                </c:pt>
                <c:pt idx="41">
                  <c:v>0.96843994842762715</c:v>
                </c:pt>
                <c:pt idx="42">
                  <c:v>0.9557466866716936</c:v>
                </c:pt>
                <c:pt idx="43">
                  <c:v>0.94180742649043714</c:v>
                </c:pt>
                <c:pt idx="44">
                  <c:v>0.92664940849842581</c:v>
                </c:pt>
                <c:pt idx="45">
                  <c:v>0.91030393594696224</c:v>
                </c:pt>
                <c:pt idx="46">
                  <c:v>0.89280669023732706</c:v>
                </c:pt>
                <c:pt idx="47">
                  <c:v>0.8741980331953868</c:v>
                </c:pt>
                <c:pt idx="48">
                  <c:v>0.85452328498824071</c:v>
                </c:pt>
                <c:pt idx="49">
                  <c:v>0.83383296568729559</c:v>
                </c:pt>
                <c:pt idx="50" formatCode="0.000_);[Red]\(0.000\)">
                  <c:v>0.81218298782669285</c:v>
                </c:pt>
                <c:pt idx="51" formatCode="0.000_);[Red]\(0.000\)">
                  <c:v>0.78963478695467471</c:v>
                </c:pt>
                <c:pt idx="52" formatCode="0.000_);[Red]\(0.000\)">
                  <c:v>0.76625537721456272</c:v>
                </c:pt>
                <c:pt idx="53" formatCode="0.000_);[Red]\(0.000\)">
                  <c:v>0.7421173195051316</c:v>
                </c:pt>
                <c:pt idx="54" formatCode="0.000_);[Red]\(0.000\)">
                  <c:v>0.71729859083123915</c:v>
                </c:pt>
                <c:pt idx="55" formatCode="0.000_);[Red]\(0.000\)">
                  <c:v>0.69188234512096847</c:v>
                </c:pt>
                <c:pt idx="56" formatCode="0.000_);[Red]\(0.000\)">
                  <c:v>0.66595655808546861</c:v>
                </c:pt>
                <c:pt idx="57" formatCode="0.000_);[Red]\(0.000\)">
                  <c:v>0.63961355162802846</c:v>
                </c:pt>
                <c:pt idx="58" formatCode="0.000_);[Red]\(0.000\)">
                  <c:v>0.61294939682411831</c:v>
                </c:pt>
                <c:pt idx="59" formatCode="0.000_);[Red]\(0.000\)">
                  <c:v>0.58606319850237165</c:v>
                </c:pt>
                <c:pt idx="60" formatCode="0.000_);[Red]\(0.000\)">
                  <c:v>0.55905626881804937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0.62642769441255142</c:v>
                </c:pt>
                <c:pt idx="1">
                  <c:v>0.65533262198156661</c:v>
                </c:pt>
                <c:pt idx="2">
                  <c:v>0.68367578356503833</c:v>
                </c:pt>
                <c:pt idx="3">
                  <c:v>0.71133458505480029</c:v>
                </c:pt>
                <c:pt idx="4">
                  <c:v>0.73819475141368285</c:v>
                </c:pt>
                <c:pt idx="5">
                  <c:v>0.76415095634358743</c:v>
                </c:pt>
                <c:pt idx="6">
                  <c:v>0.78910718822054482</c:v>
                </c:pt>
                <c:pt idx="7">
                  <c:v>0.81297687376200678</c:v>
                </c:pt>
                <c:pt idx="8">
                  <c:v>0.83568278713272037</c:v>
                </c:pt>
                <c:pt idx="9">
                  <c:v>0.85715677619349329</c:v>
                </c:pt>
                <c:pt idx="10">
                  <c:v>0.87733933954201115</c:v>
                </c:pt>
                <c:pt idx="11">
                  <c:v>0.89617908817896852</c:v>
                </c:pt>
                <c:pt idx="12">
                  <c:v>0.91363212440488673</c:v>
                </c:pt>
                <c:pt idx="13">
                  <c:v>0.92966136827789736</c:v>
                </c:pt>
                <c:pt idx="14">
                  <c:v>0.94423585898984908</c:v>
                </c:pt>
                <c:pt idx="15">
                  <c:v>0.95733005515897807</c:v>
                </c:pt>
                <c:pt idx="16">
                  <c:v>0.96892315455270939</c:v>
                </c:pt>
                <c:pt idx="17">
                  <c:v>0.97899845034788968</c:v>
                </c:pt>
                <c:pt idx="18">
                  <c:v>0.98754273785545021</c:v>
                </c:pt>
                <c:pt idx="19">
                  <c:v>0.99454578277747974</c:v>
                </c:pt>
                <c:pt idx="20">
                  <c:v>0.99999985957679549</c:v>
                </c:pt>
                <c:pt idx="21">
                  <c:v>1.0038993664343956</c:v>
                </c:pt>
                <c:pt idx="22">
                  <c:v>1.0062405215306971</c:v>
                </c:pt>
                <c:pt idx="23">
                  <c:v>1.0070211439713992</c:v>
                </c:pt>
                <c:pt idx="24">
                  <c:v>1.0062405215306971</c:v>
                </c:pt>
                <c:pt idx="25">
                  <c:v>1.0038993664343956</c:v>
                </c:pt>
                <c:pt idx="26">
                  <c:v>0.99999985957679549</c:v>
                </c:pt>
                <c:pt idx="27">
                  <c:v>0.99454578277747974</c:v>
                </c:pt>
                <c:pt idx="28">
                  <c:v>0.98754273785545021</c:v>
                </c:pt>
                <c:pt idx="29">
                  <c:v>0.97899845034788968</c:v>
                </c:pt>
                <c:pt idx="30">
                  <c:v>0.96892315455270939</c:v>
                </c:pt>
                <c:pt idx="31">
                  <c:v>0.95733005515897807</c:v>
                </c:pt>
                <c:pt idx="32">
                  <c:v>0.94423585898984908</c:v>
                </c:pt>
                <c:pt idx="33">
                  <c:v>0.92966136827789736</c:v>
                </c:pt>
                <c:pt idx="34">
                  <c:v>0.91363212440488673</c:v>
                </c:pt>
                <c:pt idx="35">
                  <c:v>0.89617908817896852</c:v>
                </c:pt>
                <c:pt idx="36">
                  <c:v>0.87733933954201115</c:v>
                </c:pt>
                <c:pt idx="37">
                  <c:v>0.85715677619349329</c:v>
                </c:pt>
                <c:pt idx="38">
                  <c:v>0.83568278713272037</c:v>
                </c:pt>
                <c:pt idx="39">
                  <c:v>0.81297687376200678</c:v>
                </c:pt>
                <c:pt idx="40">
                  <c:v>0.78910718822054482</c:v>
                </c:pt>
                <c:pt idx="41">
                  <c:v>0.76415095634358743</c:v>
                </c:pt>
                <c:pt idx="42">
                  <c:v>0.73819475141368285</c:v>
                </c:pt>
                <c:pt idx="43">
                  <c:v>0.71133458505480029</c:v>
                </c:pt>
                <c:pt idx="44">
                  <c:v>0.68367578356503833</c:v>
                </c:pt>
                <c:pt idx="45">
                  <c:v>0.65533262198156661</c:v>
                </c:pt>
                <c:pt idx="46">
                  <c:v>0.62642769441255142</c:v>
                </c:pt>
                <c:pt idx="47">
                  <c:v>0.59709100769516088</c:v>
                </c:pt>
                <c:pt idx="48">
                  <c:v>0.56745879609415728</c:v>
                </c:pt>
                <c:pt idx="49">
                  <c:v>0.53767206716786942</c:v>
                </c:pt>
                <c:pt idx="50" formatCode="0.000_);[Red]\(0.000\)">
                  <c:v>0.50787490249238176</c:v>
                </c:pt>
                <c:pt idx="51" formatCode="0.000_);[Red]\(0.000\)">
                  <c:v>0.47821255083300157</c:v>
                </c:pt>
                <c:pt idx="52" formatCode="0.000_);[Red]\(0.000\)">
                  <c:v>0.44882936460425094</c:v>
                </c:pt>
                <c:pt idx="53" formatCode="0.000_);[Red]\(0.000\)">
                  <c:v>0.41986664200308921</c:v>
                </c:pt>
                <c:pt idx="54" formatCode="0.000_);[Red]\(0.000\)">
                  <c:v>0.39146044599433732</c:v>
                </c:pt>
                <c:pt idx="55" formatCode="0.000_);[Red]\(0.000\)">
                  <c:v>0.3637394764712934</c:v>
                </c:pt>
                <c:pt idx="56" formatCode="0.000_);[Red]\(0.000\)">
                  <c:v>0.33682307276068696</c:v>
                </c:pt>
                <c:pt idx="57" formatCode="0.000_);[Red]\(0.000\)">
                  <c:v>0.31081941988843004</c:v>
                </c:pt>
                <c:pt idx="58" formatCode="0.000_);[Red]\(0.000\)">
                  <c:v>0.28582402377287874</c:v>
                </c:pt>
                <c:pt idx="59" formatCode="0.000_);[Red]\(0.000\)">
                  <c:v>0.26191850827796109</c:v>
                </c:pt>
                <c:pt idx="60" formatCode="0.000_);[Red]\(0.000\)">
                  <c:v>0.23916977171845161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0.28838340756955444</c:v>
                </c:pt>
                <c:pt idx="1">
                  <c:v>0.31111303308464516</c:v>
                </c:pt>
                <c:pt idx="2">
                  <c:v>0.3348246753227278</c:v>
                </c:pt>
                <c:pt idx="3">
                  <c:v>0.35947628727600484</c:v>
                </c:pt>
                <c:pt idx="4">
                  <c:v>0.3850171723446994</c:v>
                </c:pt>
                <c:pt idx="5">
                  <c:v>0.41138823896672644</c:v>
                </c:pt>
                <c:pt idx="6">
                  <c:v>0.43852239655970848</c:v>
                </c:pt>
                <c:pt idx="7">
                  <c:v>0.46634508606715969</c:v>
                </c:pt>
                <c:pt idx="8">
                  <c:v>0.49477493415719598</c:v>
                </c:pt>
                <c:pt idx="9">
                  <c:v>0.52372451625796079</c:v>
                </c:pt>
                <c:pt idx="10">
                  <c:v>0.55310121032070347</c:v>
                </c:pt>
                <c:pt idx="11">
                  <c:v>0.58280812063762433</c:v>
                </c:pt>
                <c:pt idx="12">
                  <c:v>0.61274504932148643</c:v>
                </c:pt>
                <c:pt idx="13">
                  <c:v>0.64280949224046002</c:v>
                </c:pt>
                <c:pt idx="14">
                  <c:v>0.67289763630315091</c:v>
                </c:pt>
                <c:pt idx="15">
                  <c:v>0.70290533596103599</c:v>
                </c:pt>
                <c:pt idx="16">
                  <c:v>0.73272904854735244</c:v>
                </c:pt>
                <c:pt idx="17">
                  <c:v>0.76226671047391292</c:v>
                </c:pt>
                <c:pt idx="18">
                  <c:v>0.79141853920497462</c:v>
                </c:pt>
                <c:pt idx="19">
                  <c:v>0.82008774915107974</c:v>
                </c:pt>
                <c:pt idx="20">
                  <c:v>0.84818117300492113</c:v>
                </c:pt>
                <c:pt idx="21">
                  <c:v>0.8756097834147003</c:v>
                </c:pt>
                <c:pt idx="22">
                  <c:v>0.90228911311548576</c:v>
                </c:pt>
                <c:pt idx="23">
                  <c:v>0.92813957459826868</c:v>
                </c:pt>
                <c:pt idx="24">
                  <c:v>0.95308668300101707</c:v>
                </c:pt>
                <c:pt idx="25">
                  <c:v>0.97706118809732345</c:v>
                </c:pt>
                <c:pt idx="26">
                  <c:v>0.99999912300632054</c:v>
                </c:pt>
                <c:pt idx="27">
                  <c:v>1.0218417785484646</c:v>
                </c:pt>
                <c:pt idx="28">
                  <c:v>1.0425356130433681</c:v>
                </c:pt>
                <c:pt idx="29">
                  <c:v>1.0620321078228787</c:v>
                </c:pt>
                <c:pt idx="30">
                  <c:v>1.080287578861747</c:v>
                </c:pt>
                <c:pt idx="31">
                  <c:v>1.097262954763331</c:v>
                </c:pt>
                <c:pt idx="32">
                  <c:v>1.1129235309354628</c:v>
                </c:pt>
                <c:pt idx="33">
                  <c:v>1.1272387092077794</c:v>
                </c:pt>
                <c:pt idx="34">
                  <c:v>1.1401817314287583</c:v>
                </c:pt>
                <c:pt idx="35">
                  <c:v>1.1517294147852004</c:v>
                </c:pt>
                <c:pt idx="36">
                  <c:v>1.161861895748791</c:v>
                </c:pt>
                <c:pt idx="37">
                  <c:v>1.1705623887061181</c:v>
                </c:pt>
                <c:pt idx="38">
                  <c:v>1.1778169644948655</c:v>
                </c:pt>
                <c:pt idx="39">
                  <c:v>1.1836143532673504</c:v>
                </c:pt>
                <c:pt idx="40">
                  <c:v>1.1879457753438434</c:v>
                </c:pt>
                <c:pt idx="41">
                  <c:v>1.1908048030069269</c:v>
                </c:pt>
                <c:pt idx="42">
                  <c:v>1.1921872555240902</c:v>
                </c:pt>
                <c:pt idx="43">
                  <c:v>1.1920911290641658</c:v>
                </c:pt>
                <c:pt idx="44">
                  <c:v>1.1905165625861198</c:v>
                </c:pt>
                <c:pt idx="45">
                  <c:v>1.1874658402155895</c:v>
                </c:pt>
                <c:pt idx="46">
                  <c:v>1.1829434300734722</c:v>
                </c:pt>
                <c:pt idx="47">
                  <c:v>1.1769560589688903</c:v>
                </c:pt>
                <c:pt idx="48">
                  <c:v>1.1695128218033175</c:v>
                </c:pt>
                <c:pt idx="49">
                  <c:v>1.1606253239415909</c:v>
                </c:pt>
                <c:pt idx="50" formatCode="0.000_);[Red]\(0.000\)">
                  <c:v>1.150307854178823</c:v>
                </c:pt>
                <c:pt idx="51" formatCode="0.000_);[Red]\(0.000\)">
                  <c:v>1.1385775852622273</c:v>
                </c:pt>
                <c:pt idx="52" formatCode="0.000_);[Red]\(0.000\)">
                  <c:v>1.1254547982094234</c:v>
                </c:pt>
                <c:pt idx="53" formatCode="0.000_);[Red]\(0.000\)">
                  <c:v>1.1109631259001131</c:v>
                </c:pt>
                <c:pt idx="54" formatCode="0.000_);[Red]\(0.000\)">
                  <c:v>1.0951298106115377</c:v>
                </c:pt>
                <c:pt idx="55" formatCode="0.000_);[Red]\(0.000\)">
                  <c:v>1.077985969331446</c:v>
                </c:pt>
                <c:pt idx="56" formatCode="0.000_);[Red]\(0.000\)">
                  <c:v>1.0595668598337957</c:v>
                </c:pt>
                <c:pt idx="57" formatCode="0.000_);[Red]\(0.000\)">
                  <c:v>1.039912139667847</c:v>
                </c:pt>
                <c:pt idx="58" formatCode="0.000_);[Red]\(0.000\)">
                  <c:v>1.0190661094241096</c:v>
                </c:pt>
                <c:pt idx="59" formatCode="0.000_);[Red]\(0.000\)">
                  <c:v>0.99707793094158104</c:v>
                </c:pt>
                <c:pt idx="60" formatCode="0.000_);[Red]\(0.000\)">
                  <c:v>0.97400181055740964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9459656084656088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1.4528342223938326</c:v>
                </c:pt>
                <c:pt idx="1">
                  <c:v>1.3145693792751234</c:v>
                </c:pt>
                <c:pt idx="2">
                  <c:v>1.1195419414534578</c:v>
                </c:pt>
                <c:pt idx="3">
                  <c:v>0.95633203412673973</c:v>
                </c:pt>
                <c:pt idx="4">
                  <c:v>1.0558274708049316</c:v>
                </c:pt>
                <c:pt idx="5">
                  <c:v>1.0267509958949532</c:v>
                </c:pt>
                <c:pt idx="6">
                  <c:v>1.028654509290557</c:v>
                </c:pt>
                <c:pt idx="7">
                  <c:v>0.99825136647130774</c:v>
                </c:pt>
                <c:pt idx="8">
                  <c:v>0.96024196577366272</c:v>
                </c:pt>
                <c:pt idx="9">
                  <c:v>0.88271102531035495</c:v>
                </c:pt>
                <c:pt idx="10">
                  <c:v>0.87683962566612383</c:v>
                </c:pt>
                <c:pt idx="11">
                  <c:v>0.81391950919541534</c:v>
                </c:pt>
                <c:pt idx="12">
                  <c:v>0.84157420659748072</c:v>
                </c:pt>
                <c:pt idx="13">
                  <c:v>0.78412949253621511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Sheet1!$B$3:$O$3</c:f>
              <c:numCache>
                <c:formatCode>General</c:formatCode>
                <c:ptCount val="14"/>
                <c:pt idx="0">
                  <c:v>1.4136636500478847</c:v>
                </c:pt>
                <c:pt idx="1">
                  <c:v>1.3112790211911978</c:v>
                </c:pt>
                <c:pt idx="2">
                  <c:v>1.1070687283416829</c:v>
                </c:pt>
                <c:pt idx="3">
                  <c:v>0.95256706480525688</c:v>
                </c:pt>
                <c:pt idx="4">
                  <c:v>1.0144829269316076</c:v>
                </c:pt>
                <c:pt idx="5">
                  <c:v>0.99521140404308805</c:v>
                </c:pt>
                <c:pt idx="6">
                  <c:v>1.0141482226377385</c:v>
                </c:pt>
                <c:pt idx="7">
                  <c:v>0.98830823008731472</c:v>
                </c:pt>
                <c:pt idx="8">
                  <c:v>0.92224273749372088</c:v>
                </c:pt>
                <c:pt idx="9">
                  <c:v>0.89359870963546773</c:v>
                </c:pt>
                <c:pt idx="10">
                  <c:v>0.90041048495079679</c:v>
                </c:pt>
                <c:pt idx="11">
                  <c:v>0.82359305426206109</c:v>
                </c:pt>
                <c:pt idx="12">
                  <c:v>0.83186309454814511</c:v>
                </c:pt>
                <c:pt idx="13">
                  <c:v>0.78586993064593547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Sheet1!$B$1:$O$1</c:f>
              <c:strCache>
                <c:ptCount val="14"/>
                <c:pt idx="0">
                  <c:v>1998</c:v>
                </c:pt>
                <c:pt idx="1">
                  <c:v>2001</c:v>
                </c:pt>
                <c:pt idx="2">
                  <c:v>2005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</c:strCache>
            </c:strRef>
          </c:cat>
          <c:val>
            <c:numRef>
              <c:f>Sheet1!$B$4:$O$4</c:f>
              <c:numCache>
                <c:formatCode>General</c:formatCode>
                <c:ptCount val="14"/>
                <c:pt idx="0">
                  <c:v>1.8204799249508961</c:v>
                </c:pt>
                <c:pt idx="1">
                  <c:v>1.2589821707891793</c:v>
                </c:pt>
                <c:pt idx="2">
                  <c:v>1.1944512466487791</c:v>
                </c:pt>
                <c:pt idx="3">
                  <c:v>0.93880946646972208</c:v>
                </c:pt>
                <c:pt idx="4">
                  <c:v>1.3392959724465046</c:v>
                </c:pt>
                <c:pt idx="5">
                  <c:v>1.1995181540867923</c:v>
                </c:pt>
                <c:pt idx="6">
                  <c:v>1.0510564223773537</c:v>
                </c:pt>
                <c:pt idx="7">
                  <c:v>1.0291031750847266</c:v>
                </c:pt>
                <c:pt idx="8">
                  <c:v>1.172323566380074</c:v>
                </c:pt>
                <c:pt idx="9">
                  <c:v>0.82294196093350924</c:v>
                </c:pt>
                <c:pt idx="10">
                  <c:v>0.70129336188265556</c:v>
                </c:pt>
                <c:pt idx="11">
                  <c:v>0.67865159819016085</c:v>
                </c:pt>
                <c:pt idx="12">
                  <c:v>0.75532052292232854</c:v>
                </c:pt>
                <c:pt idx="13">
                  <c:v>0.61690107303571917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0.90683922333567735</c:v>
                </c:pt>
                <c:pt idx="1">
                  <c:v>0.74012291183841361</c:v>
                </c:pt>
                <c:pt idx="2">
                  <c:v>0.75103021024286831</c:v>
                </c:pt>
                <c:pt idx="3">
                  <c:v>0.80603565502388053</c:v>
                </c:pt>
                <c:pt idx="4">
                  <c:v>0.87928838596432191</c:v>
                </c:pt>
                <c:pt idx="5">
                  <c:v>0.91032877119735778</c:v>
                </c:pt>
                <c:pt idx="6">
                  <c:v>0.99746477178711912</c:v>
                </c:pt>
                <c:pt idx="7">
                  <c:v>1.0957018040265234</c:v>
                </c:pt>
                <c:pt idx="8">
                  <c:v>1.2838512724422824</c:v>
                </c:pt>
                <c:pt idx="9">
                  <c:v>1.2897386643060331</c:v>
                </c:pt>
                <c:pt idx="10">
                  <c:v>1.2602451916371147</c:v>
                </c:pt>
                <c:pt idx="11">
                  <c:v>1.2134683347484052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0.91279558967490426</c:v>
                </c:pt>
                <c:pt idx="1">
                  <c:v>0.80480804201777401</c:v>
                </c:pt>
                <c:pt idx="2">
                  <c:v>0.81501361048574639</c:v>
                </c:pt>
                <c:pt idx="3">
                  <c:v>0.86907788926868534</c:v>
                </c:pt>
                <c:pt idx="4">
                  <c:v>0.91458731753889533</c:v>
                </c:pt>
                <c:pt idx="5">
                  <c:v>0.97886667028349061</c:v>
                </c:pt>
                <c:pt idx="6">
                  <c:v>1.0506226063074504</c:v>
                </c:pt>
                <c:pt idx="7">
                  <c:v>1.1161122065519977</c:v>
                </c:pt>
                <c:pt idx="8">
                  <c:v>1.2276231855105488</c:v>
                </c:pt>
                <c:pt idx="9">
                  <c:v>1.1576423297096026</c:v>
                </c:pt>
                <c:pt idx="10">
                  <c:v>1.0840711133567067</c:v>
                </c:pt>
                <c:pt idx="11">
                  <c:v>1.0620057645303831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0.44500449979729184</c:v>
                </c:pt>
                <c:pt idx="1">
                  <c:v>0.25327255051622316</c:v>
                </c:pt>
                <c:pt idx="2">
                  <c:v>0.26941987439794896</c:v>
                </c:pt>
                <c:pt idx="3">
                  <c:v>0.33653634101091057</c:v>
                </c:pt>
                <c:pt idx="4">
                  <c:v>0.6218295955957478</c:v>
                </c:pt>
                <c:pt idx="5">
                  <c:v>0.62016276510972601</c:v>
                </c:pt>
                <c:pt idx="6">
                  <c:v>0.90453084416172758</c:v>
                </c:pt>
                <c:pt idx="7">
                  <c:v>1.2075994124818361</c:v>
                </c:pt>
                <c:pt idx="8">
                  <c:v>2.0207954149453333</c:v>
                </c:pt>
                <c:pt idx="9">
                  <c:v>3.2430985657838067</c:v>
                </c:pt>
                <c:pt idx="10">
                  <c:v>4.1256849320595466</c:v>
                </c:pt>
                <c:pt idx="11">
                  <c:v>4.7860878456962537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5.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1.1085593560644083</c:v>
                </c:pt>
                <c:pt idx="1">
                  <c:v>1.1094834507749656</c:v>
                </c:pt>
                <c:pt idx="2">
                  <c:v>1.1100176269402706</c:v>
                </c:pt>
                <c:pt idx="3">
                  <c:v>1.1101626511757026</c:v>
                </c:pt>
                <c:pt idx="4">
                  <c:v>1.1099187319212294</c:v>
                </c:pt>
                <c:pt idx="5">
                  <c:v>1.1092855186733699</c:v>
                </c:pt>
                <c:pt idx="6">
                  <c:v>1.108262103277982</c:v>
                </c:pt>
                <c:pt idx="7">
                  <c:v>1.1068470233096106</c:v>
                </c:pt>
                <c:pt idx="8">
                  <c:v>1.1050382676041497</c:v>
                </c:pt>
                <c:pt idx="9">
                  <c:v>1.1028332840526409</c:v>
                </c:pt>
                <c:pt idx="10">
                  <c:v>1.1002289898050754</c:v>
                </c:pt>
                <c:pt idx="11">
                  <c:v>1.0972217840740606</c:v>
                </c:pt>
                <c:pt idx="12">
                  <c:v>1.0938075637690214</c:v>
                </c:pt>
                <c:pt idx="13">
                  <c:v>1.089981742232041</c:v>
                </c:pt>
                <c:pt idx="14">
                  <c:v>1.0857392713862015</c:v>
                </c:pt>
                <c:pt idx="15">
                  <c:v>1.0810746676459617</c:v>
                </c:pt>
                <c:pt idx="16">
                  <c:v>1.0759820419761528</c:v>
                </c:pt>
                <c:pt idx="17">
                  <c:v>1.0704551345208804</c:v>
                </c:pt>
                <c:pt idx="18">
                  <c:v>1.0644873542551041</c:v>
                </c:pt>
                <c:pt idx="19">
                  <c:v>1.0580718241388203</c:v>
                </c:pt>
                <c:pt idx="20">
                  <c:v>1.0512014322753074</c:v>
                </c:pt>
                <c:pt idx="21">
                  <c:v>1.0438688895892412</c:v>
                </c:pt>
                <c:pt idx="22">
                  <c:v>1.0360667945458228</c:v>
                </c:pt>
                <c:pt idx="23">
                  <c:v>1.0277877054263516</c:v>
                </c:pt>
                <c:pt idx="24">
                  <c:v>1.0190242206565812</c:v>
                </c:pt>
                <c:pt idx="25">
                  <c:v>1.0097690676491378</c:v>
                </c:pt>
                <c:pt idx="26">
                  <c:v>1.0000152005675245</c:v>
                </c:pt>
                <c:pt idx="27">
                  <c:v>0.98975590734383634</c:v>
                </c:pt>
                <c:pt idx="28">
                  <c:v>0.97898492618226829</c:v>
                </c:pt>
                <c:pt idx="29">
                  <c:v>0.96769657165287204</c:v>
                </c:pt>
                <c:pt idx="30">
                  <c:v>0.95588587032199157</c:v>
                </c:pt>
                <c:pt idx="31">
                  <c:v>0.94354870567494065</c:v>
                </c:pt>
                <c:pt idx="32">
                  <c:v>0.93068197186091473</c:v>
                </c:pt>
                <c:pt idx="33">
                  <c:v>0.91728373552878151</c:v>
                </c:pt>
                <c:pt idx="34">
                  <c:v>0.90335340472531733</c:v>
                </c:pt>
                <c:pt idx="35">
                  <c:v>0.88889190349613256</c:v>
                </c:pt>
                <c:pt idx="36">
                  <c:v>0.87390185046717761</c:v>
                </c:pt>
                <c:pt idx="37">
                  <c:v>0.85838773929666934</c:v>
                </c:pt>
                <c:pt idx="38">
                  <c:v>0.84235611848126335</c:v>
                </c:pt>
                <c:pt idx="39">
                  <c:v>0.82581576758666309</c:v>
                </c:pt>
                <c:pt idx="40">
                  <c:v>0.80877786656485073</c:v>
                </c:pt>
                <c:pt idx="41">
                  <c:v>0.79125615443376751</c:v>
                </c:pt>
                <c:pt idx="42">
                  <c:v>0.77326707324934241</c:v>
                </c:pt>
                <c:pt idx="43">
                  <c:v>0.75482989301541792</c:v>
                </c:pt>
                <c:pt idx="44">
                  <c:v>0.73596681297721256</c:v>
                </c:pt>
                <c:pt idx="45">
                  <c:v>0.71670303465226026</c:v>
                </c:pt>
                <c:pt idx="46">
                  <c:v>0.69706680199272486</c:v>
                </c:pt>
                <c:pt idx="47">
                  <c:v>0.67708940426630271</c:v>
                </c:pt>
                <c:pt idx="48">
                  <c:v>0.65680513760789527</c:v>
                </c:pt>
                <c:pt idx="49">
                  <c:v>0.63625122174395166</c:v>
                </c:pt>
                <c:pt idx="50">
                  <c:v>0.61546766913187367</c:v>
                </c:pt>
                <c:pt idx="51">
                  <c:v>0.59449710468547523</c:v>
                </c:pt>
                <c:pt idx="52">
                  <c:v>0.5733845353613044</c:v>
                </c:pt>
                <c:pt idx="53">
                  <c:v>0.55217707013581641</c:v>
                </c:pt>
                <c:pt idx="54">
                  <c:v>0.53092359227460628</c:v>
                </c:pt>
                <c:pt idx="55">
                  <c:v>0.50967438723619196</c:v>
                </c:pt>
                <c:pt idx="56">
                  <c:v>0.48848073100875372</c:v>
                </c:pt>
                <c:pt idx="57">
                  <c:v>0.46739444508641487</c:v>
                </c:pt>
                <c:pt idx="58">
                  <c:v>0.44646742558595193</c:v>
                </c:pt>
                <c:pt idx="59">
                  <c:v>0.42575115511918055</c:v>
                </c:pt>
                <c:pt idx="60">
                  <c:v>0.405296206909047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0.95104015225038119</c:v>
                </c:pt>
                <c:pt idx="1">
                  <c:v>0.95700210073081682</c:v>
                </c:pt>
                <c:pt idx="2">
                  <c:v>0.96257806663655421</c:v>
                </c:pt>
                <c:pt idx="3">
                  <c:v>0.96777877491965014</c:v>
                </c:pt>
                <c:pt idx="4">
                  <c:v>0.97261447306966309</c:v>
                </c:pt>
                <c:pt idx="5">
                  <c:v>0.97709489493780755</c:v>
                </c:pt>
                <c:pt idx="6">
                  <c:v>0.98122923104415005</c:v>
                </c:pt>
                <c:pt idx="7">
                  <c:v>0.98502610449284644</c:v>
                </c:pt>
                <c:pt idx="8">
                  <c:v>0.98849355169347819</c:v>
                </c:pt>
                <c:pt idx="9">
                  <c:v>0.99163900715964526</c:v>
                </c:pt>
                <c:pt idx="10">
                  <c:v>0.9944692917277288</c:v>
                </c:pt>
                <c:pt idx="11">
                  <c:v>0.99699060360814384</c:v>
                </c:pt>
                <c:pt idx="12">
                  <c:v>0.99920851174777525</c:v>
                </c:pt>
                <c:pt idx="13">
                  <c:v>1.0011279510452649</c:v>
                </c:pt>
                <c:pt idx="14">
                  <c:v>1.0027532190202109</c:v>
                </c:pt>
                <c:pt idx="15">
                  <c:v>1.0040879735931816</c:v>
                </c:pt>
                <c:pt idx="16">
                  <c:v>1.0051352316858837</c:v>
                </c:pt>
                <c:pt idx="17">
                  <c:v>1.0058973684001409</c:v>
                </c:pt>
                <c:pt idx="18">
                  <c:v>1.006376116580862</c:v>
                </c:pt>
                <c:pt idx="19">
                  <c:v>1.0065725666123533</c:v>
                </c:pt>
                <c:pt idx="20">
                  <c:v>1.0064871663395796</c:v>
                </c:pt>
                <c:pt idx="21">
                  <c:v>1.0061197210468364</c:v>
                </c:pt>
                <c:pt idx="22">
                  <c:v>1.0054693934662362</c:v>
                </c:pt>
                <c:pt idx="23">
                  <c:v>1.004534703827999</c:v>
                </c:pt>
                <c:pt idx="24">
                  <c:v>1.0033135300042697</c:v>
                </c:pt>
                <c:pt idx="25">
                  <c:v>1.0018031078386245</c:v>
                </c:pt>
                <c:pt idx="26">
                  <c:v>1.0000000317950646</c:v>
                </c:pt>
                <c:pt idx="27">
                  <c:v>0.99790025610365873</c:v>
                </c:pt>
                <c:pt idx="28">
                  <c:v>0.99549909662554414</c:v>
                </c:pt>
                <c:pt idx="29">
                  <c:v>0.99279123370815636</c:v>
                </c:pt>
                <c:pt idx="30">
                  <c:v>0.98977071635274161</c:v>
                </c:pt>
                <c:pt idx="31">
                  <c:v>0.98643096807067054</c:v>
                </c:pt>
                <c:pt idx="32">
                  <c:v>0.9827647948630589</c:v>
                </c:pt>
                <c:pt idx="33">
                  <c:v>0.97876439581977592</c:v>
                </c:pt>
                <c:pt idx="34">
                  <c:v>0.97442137689898212</c:v>
                </c:pt>
                <c:pt idx="35">
                  <c:v>0.96972676851661843</c:v>
                </c:pt>
                <c:pt idx="36">
                  <c:v>0.96467104764619327</c:v>
                </c:pt>
                <c:pt idx="37">
                  <c:v>0.95924416520193823</c:v>
                </c:pt>
                <c:pt idx="38">
                  <c:v>0.95343557955166292</c:v>
                </c:pt>
                <c:pt idx="39">
                  <c:v>0.94723429707775164</c:v>
                </c:pt>
                <c:pt idx="40">
                  <c:v>0.94062892077346483</c:v>
                </c:pt>
                <c:pt idx="41">
                  <c:v>0.93360770792419256</c:v>
                </c:pt>
                <c:pt idx="42">
                  <c:v>0.92615863797599518</c:v>
                </c:pt>
                <c:pt idx="43">
                  <c:v>0.9182694917323645</c:v>
                </c:pt>
                <c:pt idx="44">
                  <c:v>0.90992794303941882</c:v>
                </c:pt>
                <c:pt idx="45">
                  <c:v>0.90112166411372985</c:v>
                </c:pt>
                <c:pt idx="46">
                  <c:v>0.8918384456286611</c:v>
                </c:pt>
                <c:pt idx="47">
                  <c:v>0.88206633259672207</c:v>
                </c:pt>
                <c:pt idx="48">
                  <c:v>0.87179377695847071</c:v>
                </c:pt>
                <c:pt idx="49">
                  <c:v>0.86100980760385115</c:v>
                </c:pt>
                <c:pt idx="50">
                  <c:v>0.84970421830024856</c:v>
                </c:pt>
                <c:pt idx="51">
                  <c:v>0.83786777367387089</c:v>
                </c:pt>
                <c:pt idx="52">
                  <c:v>0.82549243297906649</c:v>
                </c:pt>
                <c:pt idx="53">
                  <c:v>0.81257159088709374</c:v>
                </c:pt>
                <c:pt idx="54">
                  <c:v>0.79910033392746505</c:v>
                </c:pt>
                <c:pt idx="55">
                  <c:v>0.78507571052060521</c:v>
                </c:pt>
                <c:pt idx="56">
                  <c:v>0.77049701175433749</c:v>
                </c:pt>
                <c:pt idx="57">
                  <c:v>0.7553660591888367</c:v>
                </c:pt>
                <c:pt idx="58">
                  <c:v>0.7396874950427802</c:v>
                </c:pt>
                <c:pt idx="59">
                  <c:v>0.72346906914356668</c:v>
                </c:pt>
                <c:pt idx="60">
                  <c:v>0.70672191605213108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1.4038404527126778</c:v>
                </c:pt>
                <c:pt idx="1">
                  <c:v>1.3943718320106508</c:v>
                </c:pt>
                <c:pt idx="2">
                  <c:v>1.3844369185664573</c:v>
                </c:pt>
                <c:pt idx="3">
                  <c:v>1.3740306439415235</c:v>
                </c:pt>
                <c:pt idx="4">
                  <c:v>1.3631481022943464</c:v>
                </c:pt>
                <c:pt idx="5">
                  <c:v>1.3517846078491496</c:v>
                </c:pt>
                <c:pt idx="6">
                  <c:v>1.3399357564255332</c:v>
                </c:pt>
                <c:pt idx="7">
                  <c:v>1.3275974910558999</c:v>
                </c:pt>
                <c:pt idx="8">
                  <c:v>1.3147661716714734</c:v>
                </c:pt>
                <c:pt idx="9">
                  <c:v>1.3014386487839114</c:v>
                </c:pt>
                <c:pt idx="10">
                  <c:v>1.2876123410275195</c:v>
                </c:pt>
                <c:pt idx="11">
                  <c:v>1.2732853163565778</c:v>
                </c:pt>
                <c:pt idx="12">
                  <c:v>1.258456376613202</c:v>
                </c:pt>
                <c:pt idx="13">
                  <c:v>1.2431251450936132</c:v>
                </c:pt>
                <c:pt idx="14">
                  <c:v>1.2272921566449435</c:v>
                </c:pt>
                <c:pt idx="15">
                  <c:v>1.2109589497214426</c:v>
                </c:pt>
                <c:pt idx="16">
                  <c:v>1.1941281597191036</c:v>
                </c:pt>
                <c:pt idx="17">
                  <c:v>1.1768036127926278</c:v>
                </c:pt>
                <c:pt idx="18">
                  <c:v>1.1589904192400324</c:v>
                </c:pt>
                <c:pt idx="19">
                  <c:v>1.1406950654202801</c:v>
                </c:pt>
                <c:pt idx="20">
                  <c:v>1.1219255030506965</c:v>
                </c:pt>
                <c:pt idx="21">
                  <c:v>1.1026912346167677</c:v>
                </c:pt>
                <c:pt idx="22">
                  <c:v>1.0830033935207448</c:v>
                </c:pt>
                <c:pt idx="23">
                  <c:v>1.0628748175012672</c:v>
                </c:pt>
                <c:pt idx="24">
                  <c:v>1.0423201137783116</c:v>
                </c:pt>
                <c:pt idx="25">
                  <c:v>1.021355714320723</c:v>
                </c:pt>
                <c:pt idx="26">
                  <c:v>0.99999991960208623</c:v>
                </c:pt>
                <c:pt idx="27">
                  <c:v>0.97827292920943421</c:v>
                </c:pt>
                <c:pt idx="28">
                  <c:v>0.95619685770268059</c:v>
                </c:pt>
                <c:pt idx="29">
                  <c:v>0.93379573419475725</c:v>
                </c:pt>
                <c:pt idx="30">
                  <c:v>0.91109548423653031</c:v>
                </c:pt>
                <c:pt idx="31">
                  <c:v>0.88812389274913994</c:v>
                </c:pt>
                <c:pt idx="32">
                  <c:v>0.86491054695067859</c:v>
                </c:pt>
                <c:pt idx="33">
                  <c:v>0.84148675847400844</c:v>
                </c:pt>
                <c:pt idx="34">
                  <c:v>0.81788546416626895</c:v>
                </c:pt>
                <c:pt idx="35">
                  <c:v>0.79414110539480065</c:v>
                </c:pt>
                <c:pt idx="36">
                  <c:v>0.77028948605348235</c:v>
                </c:pt>
                <c:pt idx="37">
                  <c:v>0.74636760986070927</c:v>
                </c:pt>
                <c:pt idx="38">
                  <c:v>0.72241349795648813</c:v>
                </c:pt>
                <c:pt idx="39">
                  <c:v>0.69846598823087869</c:v>
                </c:pt>
                <c:pt idx="40">
                  <c:v>0.67456451823744901</c:v>
                </c:pt>
                <c:pt idx="41">
                  <c:v>0.65074889395078528</c:v>
                </c:pt>
                <c:pt idx="42">
                  <c:v>0.62705904700320048</c:v>
                </c:pt>
                <c:pt idx="43">
                  <c:v>0.60353478336952504</c:v>
                </c:pt>
                <c:pt idx="44">
                  <c:v>0.5802155267477711</c:v>
                </c:pt>
                <c:pt idx="45">
                  <c:v>0.55714006009638117</c:v>
                </c:pt>
                <c:pt idx="46">
                  <c:v>0.53434626892634551</c:v>
                </c:pt>
                <c:pt idx="47">
                  <c:v>0.51187089000169939</c:v>
                </c:pt>
                <c:pt idx="48">
                  <c:v>0.48974926907056376</c:v>
                </c:pt>
                <c:pt idx="49">
                  <c:v>0.46801513112976612</c:v>
                </c:pt>
                <c:pt idx="50">
                  <c:v>0.44670036652118067</c:v>
                </c:pt>
                <c:pt idx="51">
                  <c:v>0.42583483587245324</c:v>
                </c:pt>
                <c:pt idx="52">
                  <c:v>0.40544619653686809</c:v>
                </c:pt>
                <c:pt idx="53">
                  <c:v>0.38555975276761284</c:v>
                </c:pt>
                <c:pt idx="54">
                  <c:v>0.36619833139357777</c:v>
                </c:pt>
                <c:pt idx="55">
                  <c:v>0.34738218426167861</c:v>
                </c:pt>
                <c:pt idx="56">
                  <c:v>0.32912891819001044</c:v>
                </c:pt>
                <c:pt idx="57">
                  <c:v>0.31145345265267421</c:v>
                </c:pt>
                <c:pt idx="58">
                  <c:v>0.29436800490619608</c:v>
                </c:pt>
                <c:pt idx="59">
                  <c:v>0.27788210178328865</c:v>
                </c:pt>
                <c:pt idx="60">
                  <c:v>0.26200261693494742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0.91551649343608399</c:v>
                </c:pt>
                <c:pt idx="1">
                  <c:v>0.96602539528277076</c:v>
                </c:pt>
                <c:pt idx="2">
                  <c:v>0.9987015600402992</c:v>
                </c:pt>
                <c:pt idx="3">
                  <c:v>0.99705653492384194</c:v>
                </c:pt>
                <c:pt idx="4">
                  <c:v>1.0242009822944529</c:v>
                </c:pt>
                <c:pt idx="5">
                  <c:v>1.0229374117321763</c:v>
                </c:pt>
                <c:pt idx="6">
                  <c:v>0.97560766859604608</c:v>
                </c:pt>
                <c:pt idx="7">
                  <c:v>1.0003871504450377</c:v>
                </c:pt>
                <c:pt idx="8">
                  <c:v>1.0027067618167242</c:v>
                </c:pt>
                <c:pt idx="9">
                  <c:v>1.0206409166051096</c:v>
                </c:pt>
                <c:pt idx="10">
                  <c:v>1.0359513530170263</c:v>
                </c:pt>
                <c:pt idx="11">
                  <c:v>1.0358979184454167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0.97995979099464881</c:v>
                </c:pt>
                <c:pt idx="1">
                  <c:v>0.99074819939809589</c:v>
                </c:pt>
                <c:pt idx="2">
                  <c:v>1.0035158994896229</c:v>
                </c:pt>
                <c:pt idx="3">
                  <c:v>1.0158943850465691</c:v>
                </c:pt>
                <c:pt idx="4">
                  <c:v>1.0390767002224484</c:v>
                </c:pt>
                <c:pt idx="5">
                  <c:v>1.0366625933767932</c:v>
                </c:pt>
                <c:pt idx="6">
                  <c:v>0.97780889163348805</c:v>
                </c:pt>
                <c:pt idx="7">
                  <c:v>0.99968057539855582</c:v>
                </c:pt>
                <c:pt idx="8">
                  <c:v>0.98373639318690065</c:v>
                </c:pt>
                <c:pt idx="9">
                  <c:v>0.9984502620105421</c:v>
                </c:pt>
                <c:pt idx="10">
                  <c:v>0.99091051313470802</c:v>
                </c:pt>
                <c:pt idx="11">
                  <c:v>0.97672250750183554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0.80524582724832494</c:v>
                </c:pt>
                <c:pt idx="1">
                  <c:v>0.92171373255206723</c:v>
                </c:pt>
                <c:pt idx="2">
                  <c:v>0.99670166732958687</c:v>
                </c:pt>
                <c:pt idx="3">
                  <c:v>0.96054200067225359</c:v>
                </c:pt>
                <c:pt idx="4">
                  <c:v>0.99115796112041299</c:v>
                </c:pt>
                <c:pt idx="5">
                  <c:v>0.99761978312984556</c:v>
                </c:pt>
                <c:pt idx="6">
                  <c:v>0.97208307036219777</c:v>
                </c:pt>
                <c:pt idx="7">
                  <c:v>1.0123112528586233</c:v>
                </c:pt>
                <c:pt idx="8">
                  <c:v>1.0388347584479405</c:v>
                </c:pt>
                <c:pt idx="9">
                  <c:v>1.0608886560122324</c:v>
                </c:pt>
                <c:pt idx="10">
                  <c:v>1.1141630203850534</c:v>
                </c:pt>
                <c:pt idx="11">
                  <c:v>1.1366541823455452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1.0016331414882202</c:v>
                </c:pt>
                <c:pt idx="1">
                  <c:v>1.0018700478065714</c:v>
                </c:pt>
                <c:pt idx="2">
                  <c:v>0.99136860630622636</c:v>
                </c:pt>
                <c:pt idx="3">
                  <c:v>0.998951081001202</c:v>
                </c:pt>
                <c:pt idx="4">
                  <c:v>1.0071232715897505</c:v>
                </c:pt>
                <c:pt idx="5">
                  <c:v>0.99725859583161203</c:v>
                </c:pt>
                <c:pt idx="6">
                  <c:v>0.99975804596117712</c:v>
                </c:pt>
                <c:pt idx="7">
                  <c:v>0.9904756273255797</c:v>
                </c:pt>
                <c:pt idx="8">
                  <c:v>0.99625167543919524</c:v>
                </c:pt>
                <c:pt idx="9">
                  <c:v>1.023513561450184</c:v>
                </c:pt>
                <c:pt idx="10">
                  <c:v>1.0039502622813783</c:v>
                </c:pt>
                <c:pt idx="11">
                  <c:v>0.98748273763725447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0.94681291305412407</c:v>
                </c:pt>
                <c:pt idx="1">
                  <c:v>0.96629816492362419</c:v>
                </c:pt>
                <c:pt idx="2">
                  <c:v>0.98105624494162735</c:v>
                </c:pt>
                <c:pt idx="3">
                  <c:v>0.99272706222006457</c:v>
                </c:pt>
                <c:pt idx="4">
                  <c:v>1.0019656590380837</c:v>
                </c:pt>
                <c:pt idx="5">
                  <c:v>0.99515392748832976</c:v>
                </c:pt>
                <c:pt idx="6">
                  <c:v>1.00418037008198</c:v>
                </c:pt>
                <c:pt idx="7">
                  <c:v>1.0076809803298703</c:v>
                </c:pt>
                <c:pt idx="8">
                  <c:v>1.0207042880981485</c:v>
                </c:pt>
                <c:pt idx="9">
                  <c:v>1.0308241543420424</c:v>
                </c:pt>
                <c:pt idx="10">
                  <c:v>1.0159401509270407</c:v>
                </c:pt>
                <c:pt idx="11">
                  <c:v>1.0280254641195596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1.0667985119925771</c:v>
                </c:pt>
                <c:pt idx="1">
                  <c:v>0.97240211119886155</c:v>
                </c:pt>
                <c:pt idx="2">
                  <c:v>0.9332653783564403</c:v>
                </c:pt>
                <c:pt idx="3">
                  <c:v>0.9732674128591412</c:v>
                </c:pt>
                <c:pt idx="4">
                  <c:v>1.0167994477600921</c:v>
                </c:pt>
                <c:pt idx="5">
                  <c:v>1.0383923409221842</c:v>
                </c:pt>
                <c:pt idx="6">
                  <c:v>1.0381465614471006</c:v>
                </c:pt>
                <c:pt idx="7">
                  <c:v>1.0122132404943647</c:v>
                </c:pt>
                <c:pt idx="8">
                  <c:v>0.98026570105106203</c:v>
                </c:pt>
                <c:pt idx="9">
                  <c:v>1.02451282798492</c:v>
                </c:pt>
                <c:pt idx="10">
                  <c:v>0.99735900238237618</c:v>
                </c:pt>
                <c:pt idx="11">
                  <c:v>0.94795021952698932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0.52789504730100767</c:v>
                </c:pt>
                <c:pt idx="1">
                  <c:v>0.56088538557637857</c:v>
                </c:pt>
                <c:pt idx="2">
                  <c:v>0.59404868694803104</c:v>
                </c:pt>
                <c:pt idx="3">
                  <c:v>0.62720065839441108</c:v>
                </c:pt>
                <c:pt idx="4">
                  <c:v>0.66015142583935804</c:v>
                </c:pt>
                <c:pt idx="5">
                  <c:v>0.69270765122299682</c:v>
                </c:pt>
                <c:pt idx="6">
                  <c:v>0.7246746582383703</c:v>
                </c:pt>
                <c:pt idx="7">
                  <c:v>0.75585852065468806</c:v>
                </c:pt>
                <c:pt idx="8">
                  <c:v>0.78606807217190777</c:v>
                </c:pt>
                <c:pt idx="9">
                  <c:v>0.81511680312411994</c:v>
                </c:pt>
                <c:pt idx="10">
                  <c:v>0.842824616613986</c:v>
                </c:pt>
                <c:pt idx="11">
                  <c:v>0.86901942434826462</c:v>
                </c:pt>
                <c:pt idx="12">
                  <c:v>0.89353857010780735</c:v>
                </c:pt>
                <c:pt idx="13">
                  <c:v>0.91623007602636897</c:v>
                </c:pt>
                <c:pt idx="14">
                  <c:v>0.93695371334228406</c:v>
                </c:pt>
                <c:pt idx="15">
                  <c:v>0.95558190477705651</c:v>
                </c:pt>
                <c:pt idx="16">
                  <c:v>0.972000470020288</c:v>
                </c:pt>
                <c:pt idx="17">
                  <c:v>0.9861092288766854</c:v>
                </c:pt>
                <c:pt idx="18">
                  <c:v>0.99782247844540317</c:v>
                </c:pt>
                <c:pt idx="19">
                  <c:v>1.0070693613026149</c:v>
                </c:pt>
                <c:pt idx="20">
                  <c:v>1.0137941411406615</c:v>
                </c:pt>
                <c:pt idx="21">
                  <c:v>1.0179564008124102</c:v>
                </c:pt>
                <c:pt idx="22">
                  <c:v>1.0195311753929677</c:v>
                </c:pt>
                <c:pt idx="23">
                  <c:v>1.0185090298732959</c:v>
                </c:pt>
                <c:pt idx="24">
                  <c:v>1.014896087620903</c:v>
                </c:pt>
                <c:pt idx="25">
                  <c:v>1.008714011965268</c:v>
                </c:pt>
                <c:pt idx="26">
                  <c:v>0.99999993937543619</c:v>
                </c:pt>
                <c:pt idx="27">
                  <c:v>0.98880635888013435</c:v>
                </c:pt>
                <c:pt idx="28">
                  <c:v>0.97520092882245046</c:v>
                </c:pt>
                <c:pt idx="29">
                  <c:v>0.95926621892571207</c:v>
                </c:pt>
                <c:pt idx="30">
                  <c:v>0.94109936315528164</c:v>
                </c:pt>
                <c:pt idx="31">
                  <c:v>0.92081160716553934</c:v>
                </c:pt>
                <c:pt idx="32">
                  <c:v>0.89852773338163239</c:v>
                </c:pt>
                <c:pt idx="33">
                  <c:v>0.8743853471187536</c:v>
                </c:pt>
                <c:pt idx="34">
                  <c:v>0.84853400869196582</c:v>
                </c:pt>
                <c:pt idx="35">
                  <c:v>0.82113419927607512</c:v>
                </c:pt>
                <c:pt idx="36">
                  <c:v>0.79235611233901093</c:v>
                </c:pt>
                <c:pt idx="37">
                  <c:v>0.76237826772521133</c:v>
                </c:pt>
                <c:pt idx="38">
                  <c:v>0.73138595176036414</c:v>
                </c:pt>
                <c:pt idx="39">
                  <c:v>0.69956949385481404</c:v>
                </c:pt>
                <c:pt idx="40">
                  <c:v>0.6671223976876286</c:v>
                </c:pt>
                <c:pt idx="41">
                  <c:v>0.63423935277205024</c:v>
                </c:pt>
                <c:pt idx="42">
                  <c:v>0.60111415959697867</c:v>
                </c:pt>
                <c:pt idx="43">
                  <c:v>0.56793760814101968</c:v>
                </c:pt>
                <c:pt idx="44">
                  <c:v>0.53489535490304629</c:v>
                </c:pt>
                <c:pt idx="45">
                  <c:v>0.50216584726535962</c:v>
                </c:pt>
                <c:pt idx="46">
                  <c:v>0.46991834566119378</c:v>
                </c:pt>
                <c:pt idx="47">
                  <c:v>0.43831109343014169</c:v>
                </c:pt>
                <c:pt idx="48">
                  <c:v>0.40748968132635022</c:v>
                </c:pt>
                <c:pt idx="49">
                  <c:v>0.37758564846426446</c:v>
                </c:pt>
                <c:pt idx="50">
                  <c:v>0.34871535427183975</c:v>
                </c:pt>
                <c:pt idx="51">
                  <c:v>0.32097914714206494</c:v>
                </c:pt>
                <c:pt idx="52">
                  <c:v>0.29446084541739009</c:v>
                </c:pt>
                <c:pt idx="53">
                  <c:v>0.26922753567321106</c:v>
                </c:pt>
                <c:pt idx="54">
                  <c:v>0.24532968258297283</c:v>
                </c:pt>
                <c:pt idx="55">
                  <c:v>0.22280153452998092</c:v>
                </c:pt>
                <c:pt idx="56">
                  <c:v>0.20166180010038032</c:v>
                </c:pt>
                <c:pt idx="57">
                  <c:v>0.18191456307106468</c:v>
                </c:pt>
                <c:pt idx="58">
                  <c:v>0.16355039779500208</c:v>
                </c:pt>
                <c:pt idx="59">
                  <c:v>0.14654764314754903</c:v>
                </c:pt>
                <c:pt idx="60">
                  <c:v>0.1308737914571787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0.36415486711445239</c:v>
                </c:pt>
                <c:pt idx="1">
                  <c:v>0.3954842320209967</c:v>
                </c:pt>
                <c:pt idx="2">
                  <c:v>0.42778788663931289</c:v>
                </c:pt>
                <c:pt idx="3">
                  <c:v>0.46089598891632916</c:v>
                </c:pt>
                <c:pt idx="4">
                  <c:v>0.49462306796710315</c:v>
                </c:pt>
                <c:pt idx="5">
                  <c:v>0.52877078662751997</c:v>
                </c:pt>
                <c:pt idx="6">
                  <c:v>0.56313096134067608</c:v>
                </c:pt>
                <c:pt idx="7">
                  <c:v>0.59748872658661767</c:v>
                </c:pt>
                <c:pt idx="8">
                  <c:v>0.63162572982677345</c:v>
                </c:pt>
                <c:pt idx="9">
                  <c:v>0.6653232485728644</c:v>
                </c:pt>
                <c:pt idx="10">
                  <c:v>0.69836513284114465</c:v>
                </c:pt>
                <c:pt idx="11">
                  <c:v>0.73054049260589438</c:v>
                </c:pt>
                <c:pt idx="12">
                  <c:v>0.76164606934143564</c:v>
                </c:pt>
                <c:pt idx="13">
                  <c:v>0.79148825167931258</c:v>
                </c:pt>
                <c:pt idx="14">
                  <c:v>0.81988471603843371</c:v>
                </c:pt>
                <c:pt idx="15">
                  <c:v>0.84666569247071255</c:v>
                </c:pt>
                <c:pt idx="16">
                  <c:v>0.87167487287877576</c:v>
                </c:pt>
                <c:pt idx="17">
                  <c:v>0.8947699925345064</c:v>
                </c:pt>
                <c:pt idx="18">
                  <c:v>0.91582312613160011</c:v>
                </c:pt>
                <c:pt idx="19">
                  <c:v>0.93472074641820124</c:v>
                </c:pt>
                <c:pt idx="20">
                  <c:v>0.95136359699089723</c:v>
                </c:pt>
                <c:pt idx="21">
                  <c:v>0.96566643146608833</c:v>
                </c:pt>
                <c:pt idx="22">
                  <c:v>0.9775576694470276</c:v>
                </c:pt>
                <c:pt idx="23">
                  <c:v>0.9869790159699624</c:v>
                </c:pt>
                <c:pt idx="24">
                  <c:v>0.993885085913774</c:v>
                </c:pt>
                <c:pt idx="25">
                  <c:v>0.99824306861093959</c:v>
                </c:pt>
                <c:pt idx="26">
                  <c:v>1.0000324609449456</c:v>
                </c:pt>
                <c:pt idx="27">
                  <c:v>0.99924488982150195</c:v>
                </c:pt>
                <c:pt idx="28">
                  <c:v>0.995884037244404</c:v>
                </c:pt>
                <c:pt idx="29">
                  <c:v>0.98996567343750863</c:v>
                </c:pt>
                <c:pt idx="30">
                  <c:v>0.98151779561728603</c:v>
                </c:pt>
                <c:pt idx="31">
                  <c:v>0.97058086220387063</c:v>
                </c:pt>
                <c:pt idx="32">
                  <c:v>0.95720810453812</c:v>
                </c:pt>
                <c:pt idx="33">
                  <c:v>0.94146589065536712</c:v>
                </c:pt>
                <c:pt idx="34">
                  <c:v>0.9234341085140888</c:v>
                </c:pt>
                <c:pt idx="35">
                  <c:v>0.9032065295204017</c:v>
                </c:pt>
                <c:pt idx="36">
                  <c:v>0.88089110753724953</c:v>
                </c:pt>
                <c:pt idx="37">
                  <c:v>0.85661016420920144</c:v>
                </c:pt>
                <c:pt idx="38">
                  <c:v>0.83050040882415244</c:v>
                </c:pt>
                <c:pt idx="39">
                  <c:v>0.80271274056361264</c:v>
                </c:pt>
                <c:pt idx="40">
                  <c:v>0.77341178334916383</c:v>
                </c:pt>
                <c:pt idx="41">
                  <c:v>0.74277510899482879</c:v>
                </c:pt>
                <c:pt idx="42">
                  <c:v>0.71099211330986356</c:v>
                </c:pt>
                <c:pt idx="43">
                  <c:v>0.67826252224094608</c:v>
                </c:pt>
                <c:pt idx="44">
                  <c:v>0.6447945208951178</c:v>
                </c:pt>
                <c:pt idx="45">
                  <c:v>0.61080251681132114</c:v>
                </c:pt>
                <c:pt idx="46">
                  <c:v>0.57650456926031757</c:v>
                </c:pt>
                <c:pt idx="47">
                  <c:v>0.54211953742518004</c:v>
                </c:pt>
                <c:pt idx="48">
                  <c:v>0.50786402055419433</c:v>
                </c:pt>
                <c:pt idx="49">
                  <c:v>0.47394918094156741</c:v>
                </c:pt>
                <c:pt idx="50">
                  <c:v>0.44057755424568168</c:v>
                </c:pt>
                <c:pt idx="51">
                  <c:v>0.40793995976217329</c:v>
                </c:pt>
                <c:pt idx="52">
                  <c:v>0.37621262477288953</c:v>
                </c:pt>
                <c:pt idx="53">
                  <c:v>0.34555463147183857</c:v>
                </c:pt>
                <c:pt idx="54">
                  <c:v>0.3161057823421754</c:v>
                </c:pt>
                <c:pt idx="55">
                  <c:v>0.28798496099985937</c:v>
                </c:pt>
                <c:pt idx="56">
                  <c:v>0.26128904180175871</c:v>
                </c:pt>
                <c:pt idx="57">
                  <c:v>0.23609237476409647</c:v>
                </c:pt>
                <c:pt idx="58">
                  <c:v>0.21244684462822488</c:v>
                </c:pt>
                <c:pt idx="59">
                  <c:v>0.19038247634231509</c:v>
                </c:pt>
                <c:pt idx="60">
                  <c:v>0.16990853569273295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1.3343632756229578</c:v>
                </c:pt>
                <c:pt idx="1">
                  <c:v>1.3385100690445118</c:v>
                </c:pt>
                <c:pt idx="2">
                  <c:v>1.341155217224248</c:v>
                </c:pt>
                <c:pt idx="3">
                  <c:v>1.3422903496745724</c:v>
                </c:pt>
                <c:pt idx="4">
                  <c:v>1.3419118722891326</c:v>
                </c:pt>
                <c:pt idx="5">
                  <c:v>1.3400209835539256</c:v>
                </c:pt>
                <c:pt idx="6">
                  <c:v>1.3366236691419626</c:v>
                </c:pt>
                <c:pt idx="7">
                  <c:v>1.3317306749111013</c:v>
                </c:pt>
                <c:pt idx="8">
                  <c:v>1.3253574584033496</c:v>
                </c:pt>
                <c:pt idx="9">
                  <c:v>1.3175241190237577</c:v>
                </c:pt>
                <c:pt idx="10">
                  <c:v>1.3082553071588074</c:v>
                </c:pt>
                <c:pt idx="11">
                  <c:v>1.2975801125786544</c:v>
                </c:pt>
                <c:pt idx="12">
                  <c:v>1.2855319325553871</c:v>
                </c:pt>
                <c:pt idx="13">
                  <c:v>1.2721483202210184</c:v>
                </c:pt>
                <c:pt idx="14">
                  <c:v>1.2574708137844754</c:v>
                </c:pt>
                <c:pt idx="15">
                  <c:v>1.2415447473264629</c:v>
                </c:pt>
                <c:pt idx="16">
                  <c:v>1.2244190439945131</c:v>
                </c:pt>
                <c:pt idx="17">
                  <c:v>1.2061459925272751</c:v>
                </c:pt>
                <c:pt idx="18">
                  <c:v>1.1867810081465162</c:v>
                </c:pt>
                <c:pt idx="19">
                  <c:v>1.1663823789662806</c:v>
                </c:pt>
                <c:pt idx="20">
                  <c:v>1.1450109991800337</c:v>
                </c:pt>
                <c:pt idx="21">
                  <c:v>1.1227300903968784</c:v>
                </c:pt>
                <c:pt idx="22">
                  <c:v>1.0996049126053811</c:v>
                </c:pt>
                <c:pt idx="23">
                  <c:v>1.0757024663463408</c:v>
                </c:pt>
                <c:pt idx="24">
                  <c:v>1.051091187772033</c:v>
                </c:pt>
                <c:pt idx="25">
                  <c:v>1.0258406383568575</c:v>
                </c:pt>
                <c:pt idx="26">
                  <c:v>1.0000211911009915</c:v>
                </c:pt>
                <c:pt idx="27">
                  <c:v>0.97370371513238463</c:v>
                </c:pt>
                <c:pt idx="28">
                  <c:v>0.94695926066130753</c:v>
                </c:pt>
                <c:pt idx="29">
                  <c:v>0.91985874627387687</c:v>
                </c:pt>
                <c:pt idx="30">
                  <c:v>0.89247265056478109</c:v>
                </c:pt>
                <c:pt idx="31">
                  <c:v>0.8648707101036448</c:v>
                </c:pt>
                <c:pt idx="32">
                  <c:v>0.83712162570283788</c:v>
                </c:pt>
                <c:pt idx="33">
                  <c:v>0.80929277890654561</c:v>
                </c:pt>
                <c:pt idx="34">
                  <c:v>0.78144996055115623</c:v>
                </c:pt>
                <c:pt idx="35">
                  <c:v>0.75365711315568007</c:v>
                </c:pt>
                <c:pt idx="36">
                  <c:v>0.72597608878849218</c:v>
                </c:pt>
                <c:pt idx="37">
                  <c:v>0.69846642392427039</c:v>
                </c:pt>
                <c:pt idx="38">
                  <c:v>0.67118513265386792</c:v>
                </c:pt>
                <c:pt idx="39">
                  <c:v>0.64418651944199223</c:v>
                </c:pt>
                <c:pt idx="40">
                  <c:v>0.61752201244501481</c:v>
                </c:pt>
                <c:pt idx="41">
                  <c:v>0.5912400182066172</c:v>
                </c:pt>
                <c:pt idx="42">
                  <c:v>0.56538579834501435</c:v>
                </c:pt>
                <c:pt idx="43">
                  <c:v>0.54000136863522497</c:v>
                </c:pt>
                <c:pt idx="44">
                  <c:v>0.51512542067634415</c:v>
                </c:pt>
                <c:pt idx="45">
                  <c:v>0.49079326612026614</c:v>
                </c:pt>
                <c:pt idx="46">
                  <c:v>0.46703680322795976</c:v>
                </c:pt>
                <c:pt idx="47">
                  <c:v>0.44388450531528961</c:v>
                </c:pt>
                <c:pt idx="48">
                  <c:v>0.42136143045549979</c:v>
                </c:pt>
                <c:pt idx="49">
                  <c:v>0.39948925162252402</c:v>
                </c:pt>
                <c:pt idx="50">
                  <c:v>0.37828630629072324</c:v>
                </c:pt>
                <c:pt idx="51">
                  <c:v>0.35776766435462093</c:v>
                </c:pt>
                <c:pt idx="52">
                  <c:v>0.33794521309847708</c:v>
                </c:pt>
                <c:pt idx="53">
                  <c:v>0.31882775783150585</c:v>
                </c:pt>
                <c:pt idx="54">
                  <c:v>0.30042113671117454</c:v>
                </c:pt>
                <c:pt idx="55">
                  <c:v>0.28272834820491477</c:v>
                </c:pt>
                <c:pt idx="56">
                  <c:v>0.26574968958988138</c:v>
                </c:pt>
                <c:pt idx="57">
                  <c:v>0.24948290486092078</c:v>
                </c:pt>
                <c:pt idx="58">
                  <c:v>0.23392334040804985</c:v>
                </c:pt>
                <c:pt idx="59">
                  <c:v>0.21906410683561475</c:v>
                </c:pt>
                <c:pt idx="60">
                  <c:v>0.20489624532467748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0.88244780445945548</c:v>
                </c:pt>
                <c:pt idx="1">
                  <c:v>0.94781999636331282</c:v>
                </c:pt>
                <c:pt idx="2">
                  <c:v>1.1573876219249801</c:v>
                </c:pt>
                <c:pt idx="3">
                  <c:v>1.0133185910799767</c:v>
                </c:pt>
                <c:pt idx="4">
                  <c:v>1.0461329888897457</c:v>
                </c:pt>
                <c:pt idx="5">
                  <c:v>1.050046772248701</c:v>
                </c:pt>
                <c:pt idx="6">
                  <c:v>1.032604408151919</c:v>
                </c:pt>
                <c:pt idx="7">
                  <c:v>0.92091208319293094</c:v>
                </c:pt>
                <c:pt idx="8">
                  <c:v>0.99088630574217995</c:v>
                </c:pt>
                <c:pt idx="9">
                  <c:v>0.97074198001282141</c:v>
                </c:pt>
                <c:pt idx="10">
                  <c:v>0.99873754557999916</c:v>
                </c:pt>
                <c:pt idx="11">
                  <c:v>1.0100612056640779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0.94686737675261889</c:v>
                </c:pt>
                <c:pt idx="1">
                  <c:v>1.0200417406862046</c:v>
                </c:pt>
                <c:pt idx="2">
                  <c:v>1.1532051754076307</c:v>
                </c:pt>
                <c:pt idx="3">
                  <c:v>1.0091124942285892</c:v>
                </c:pt>
                <c:pt idx="4">
                  <c:v>1.0409500180878739</c:v>
                </c:pt>
                <c:pt idx="5">
                  <c:v>1.0868360404075719</c:v>
                </c:pt>
                <c:pt idx="6">
                  <c:v>1.0213248835519229</c:v>
                </c:pt>
                <c:pt idx="7">
                  <c:v>0.9212935627878488</c:v>
                </c:pt>
                <c:pt idx="8">
                  <c:v>0.95171474018836422</c:v>
                </c:pt>
                <c:pt idx="9">
                  <c:v>0.95933261119863211</c:v>
                </c:pt>
                <c:pt idx="10">
                  <c:v>0.96457709031201833</c:v>
                </c:pt>
                <c:pt idx="11">
                  <c:v>0.9395395531336832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0.55885454019512837</c:v>
                </c:pt>
                <c:pt idx="1">
                  <c:v>0.5475287003479925</c:v>
                </c:pt>
                <c:pt idx="2">
                  <c:v>0.85745328668359566</c:v>
                </c:pt>
                <c:pt idx="3">
                  <c:v>0.7799015445685461</c:v>
                </c:pt>
                <c:pt idx="4">
                  <c:v>0.78898877725203953</c:v>
                </c:pt>
                <c:pt idx="5">
                  <c:v>0.68950558511241555</c:v>
                </c:pt>
                <c:pt idx="6">
                  <c:v>0.79920613044675726</c:v>
                </c:pt>
                <c:pt idx="7">
                  <c:v>0.73951783156701589</c:v>
                </c:pt>
                <c:pt idx="8">
                  <c:v>0.85386722311223462</c:v>
                </c:pt>
                <c:pt idx="9">
                  <c:v>0.75496532158457486</c:v>
                </c:pt>
                <c:pt idx="10">
                  <c:v>0.79845951524060377</c:v>
                </c:pt>
                <c:pt idx="11">
                  <c:v>0.88571246463636977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0.95483366968205752</c:v>
                </c:pt>
                <c:pt idx="1">
                  <c:v>0.95260766198473579</c:v>
                </c:pt>
                <c:pt idx="2">
                  <c:v>0.85568652453936322</c:v>
                </c:pt>
                <c:pt idx="3">
                  <c:v>0.94966460411212039</c:v>
                </c:pt>
                <c:pt idx="4">
                  <c:v>1.0035016018067864</c:v>
                </c:pt>
                <c:pt idx="5">
                  <c:v>0.9919275761808376</c:v>
                </c:pt>
                <c:pt idx="6">
                  <c:v>1.0075542306965457</c:v>
                </c:pt>
                <c:pt idx="7">
                  <c:v>0.92465919432933097</c:v>
                </c:pt>
                <c:pt idx="8">
                  <c:v>1.0115430857849874</c:v>
                </c:pt>
                <c:pt idx="9">
                  <c:v>1.0628255038506442</c:v>
                </c:pt>
                <c:pt idx="10">
                  <c:v>1.0871912381779565</c:v>
                </c:pt>
                <c:pt idx="11">
                  <c:v>1.2355606294229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2A-4E95-8F03-D51316ED4D9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0.99982819165953984</c:v>
                </c:pt>
                <c:pt idx="1">
                  <c:v>0.92531322467088051</c:v>
                </c:pt>
                <c:pt idx="2">
                  <c:v>0.83441499137259378</c:v>
                </c:pt>
                <c:pt idx="3">
                  <c:v>0.92749809665625615</c:v>
                </c:pt>
                <c:pt idx="4">
                  <c:v>0.96578233862683005</c:v>
                </c:pt>
                <c:pt idx="5">
                  <c:v>0.99078078283176063</c:v>
                </c:pt>
                <c:pt idx="6">
                  <c:v>1.0085581576602627</c:v>
                </c:pt>
                <c:pt idx="7">
                  <c:v>0.97077442997411312</c:v>
                </c:pt>
                <c:pt idx="8">
                  <c:v>1.0305741344570178</c:v>
                </c:pt>
                <c:pt idx="9">
                  <c:v>1.0678558590928009</c:v>
                </c:pt>
                <c:pt idx="10">
                  <c:v>1.0702907746535602</c:v>
                </c:pt>
                <c:pt idx="11">
                  <c:v>1.2393691336370505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2A-4E95-8F03-D51316ED4D9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0.43584889966323542</c:v>
                </c:pt>
                <c:pt idx="1">
                  <c:v>0.47133528166125149</c:v>
                </c:pt>
                <c:pt idx="2">
                  <c:v>0.45078789099453559</c:v>
                </c:pt>
                <c:pt idx="3">
                  <c:v>0.5647367477283417</c:v>
                </c:pt>
                <c:pt idx="4">
                  <c:v>0.80422533473760904</c:v>
                </c:pt>
                <c:pt idx="5">
                  <c:v>0.84195146856760084</c:v>
                </c:pt>
                <c:pt idx="6">
                  <c:v>0.93539800401429751</c:v>
                </c:pt>
                <c:pt idx="7">
                  <c:v>0.81522930679640981</c:v>
                </c:pt>
                <c:pt idx="8">
                  <c:v>0.92894476801989467</c:v>
                </c:pt>
                <c:pt idx="9">
                  <c:v>0.98118102804545859</c:v>
                </c:pt>
                <c:pt idx="10">
                  <c:v>1.0059070544891555</c:v>
                </c:pt>
                <c:pt idx="11">
                  <c:v>1.0220220024114894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2A-4E95-8F03-D51316ED4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1.275254829848838</c:v>
                </c:pt>
                <c:pt idx="1">
                  <c:v>1.2738333923380112</c:v>
                </c:pt>
                <c:pt idx="2">
                  <c:v>1.2716701505655197</c:v>
                </c:pt>
                <c:pt idx="3">
                  <c:v>1.2687648960524869</c:v>
                </c:pt>
                <c:pt idx="4">
                  <c:v>1.2651173845060888</c:v>
                </c:pt>
                <c:pt idx="5">
                  <c:v>1.2607273671721826</c:v>
                </c:pt>
                <c:pt idx="6">
                  <c:v>1.2555946302310548</c:v>
                </c:pt>
                <c:pt idx="7">
                  <c:v>1.2497190422469946</c:v>
                </c:pt>
                <c:pt idx="8">
                  <c:v>1.2431006096690416</c:v>
                </c:pt>
                <c:pt idx="9">
                  <c:v>1.2357395403582849</c:v>
                </c:pt>
                <c:pt idx="10">
                  <c:v>1.2276363150850138</c:v>
                </c:pt>
                <c:pt idx="11">
                  <c:v>1.2187917668954871</c:v>
                </c:pt>
                <c:pt idx="12">
                  <c:v>1.2092071681917045</c:v>
                </c:pt>
                <c:pt idx="13">
                  <c:v>1.198884325297128</c:v>
                </c:pt>
                <c:pt idx="14">
                  <c:v>1.1878256801957352</c:v>
                </c:pt>
                <c:pt idx="15">
                  <c:v>1.1760344190302356</c:v>
                </c:pt>
                <c:pt idx="16">
                  <c:v>1.1635145868272052</c:v>
                </c:pt>
                <c:pt idx="17">
                  <c:v>1.1502712077821167</c:v>
                </c:pt>
                <c:pt idx="18">
                  <c:v>1.1363104102860515</c:v>
                </c:pt>
                <c:pt idx="19">
                  <c:v>1.1216395557091765</c:v>
                </c:pt>
                <c:pt idx="20">
                  <c:v>1.1062673697753946</c:v>
                </c:pt>
                <c:pt idx="21">
                  <c:v>1.0902040751702513</c:v>
                </c:pt>
                <c:pt idx="22">
                  <c:v>1.0734615238234557</c:v>
                </c:pt>
                <c:pt idx="23">
                  <c:v>1.0560533271023878</c:v>
                </c:pt>
                <c:pt idx="24">
                  <c:v>1.0379949819489145</c:v>
                </c:pt>
                <c:pt idx="25">
                  <c:v>1.0193039907949695</c:v>
                </c:pt>
                <c:pt idx="26">
                  <c:v>0.99999997290987352</c:v>
                </c:pt>
                <c:pt idx="27">
                  <c:v>0.98010476467252128</c:v>
                </c:pt>
                <c:pt idx="28">
                  <c:v>0.95964250613325952</c:v>
                </c:pt>
                <c:pt idx="29">
                  <c:v>0.93863971114313283</c:v>
                </c:pt>
                <c:pt idx="30">
                  <c:v>0.91712531829200561</c:v>
                </c:pt>
                <c:pt idx="31">
                  <c:v>0.89513071992157334</c:v>
                </c:pt>
                <c:pt idx="32">
                  <c:v>0.87268976657366459</c:v>
                </c:pt>
                <c:pt idx="33">
                  <c:v>0.84983874440652307</c:v>
                </c:pt>
                <c:pt idx="34">
                  <c:v>0.82661632336831825</c:v>
                </c:pt>
                <c:pt idx="35">
                  <c:v>0.80306347426206703</c:v>
                </c:pt>
                <c:pt idx="36">
                  <c:v>0.77922335327063896</c:v>
                </c:pt>
                <c:pt idx="37">
                  <c:v>0.75514115303231244</c:v>
                </c:pt>
                <c:pt idx="38">
                  <c:v>0.73086391996038425</c:v>
                </c:pt>
                <c:pt idx="39">
                  <c:v>0.70644033817430296</c:v>
                </c:pt>
                <c:pt idx="40">
                  <c:v>0.68192048114018977</c:v>
                </c:pt>
                <c:pt idx="41">
                  <c:v>0.65735553288673854</c:v>
                </c:pt>
                <c:pt idx="42">
                  <c:v>0.63279748144598202</c:v>
                </c:pt>
                <c:pt idx="43">
                  <c:v>0.60829878794180303</c:v>
                </c:pt>
                <c:pt idx="44">
                  <c:v>0.58391203548480963</c:v>
                </c:pt>
                <c:pt idx="45">
                  <c:v>0.55968956270180847</c:v>
                </c:pt>
                <c:pt idx="46">
                  <c:v>0.5356830873035513</c:v>
                </c:pt>
                <c:pt idx="47">
                  <c:v>0.51194332554959265</c:v>
                </c:pt>
                <c:pt idx="48">
                  <c:v>0.48851961378127345</c:v>
                </c:pt>
                <c:pt idx="49">
                  <c:v>0.46545953834511861</c:v>
                </c:pt>
                <c:pt idx="50" formatCode="0.000_);[Red]\(0.000\)">
                  <c:v>0.44280858020746561</c:v>
                </c:pt>
                <c:pt idx="51" formatCode="0.000_);[Red]\(0.000\)">
                  <c:v>0.42060978036190699</c:v>
                </c:pt>
                <c:pt idx="52" formatCode="0.000_);[Red]\(0.000\)">
                  <c:v>0.39890343175666659</c:v>
                </c:pt>
                <c:pt idx="53" formatCode="0.000_);[Red]\(0.000\)">
                  <c:v>0.37772680292934446</c:v>
                </c:pt>
                <c:pt idx="54" formatCode="0.000_);[Red]\(0.000\)">
                  <c:v>0.35711389784882736</c:v>
                </c:pt>
                <c:pt idx="55" formatCode="0.000_);[Red]\(0.000\)">
                  <c:v>0.33709525565217546</c:v>
                </c:pt>
                <c:pt idx="56" formatCode="0.000_);[Red]\(0.000\)">
                  <c:v>0.31769779305686036</c:v>
                </c:pt>
                <c:pt idx="57" formatCode="0.000_);[Red]\(0.000\)">
                  <c:v>0.29894469125840895</c:v>
                </c:pt>
                <c:pt idx="58" formatCode="0.000_);[Red]\(0.000\)">
                  <c:v>0.28085532812491776</c:v>
                </c:pt>
                <c:pt idx="59" formatCode="0.000_);[Red]\(0.000\)">
                  <c:v>0.26344525550792541</c:v>
                </c:pt>
                <c:pt idx="60" formatCode="0.000_);[Red]\(0.000\)">
                  <c:v>0.24672622053712481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0.93887839472062029</c:v>
                </c:pt>
                <c:pt idx="1">
                  <c:v>0.94980481738188316</c:v>
                </c:pt>
                <c:pt idx="2">
                  <c:v>0.960015068024892</c:v>
                </c:pt>
                <c:pt idx="3">
                  <c:v>0.96951266138915915</c:v>
                </c:pt>
                <c:pt idx="4">
                  <c:v>0.97830178582764571</c:v>
                </c:pt>
                <c:pt idx="5">
                  <c:v>0.98638710305172606</c:v>
                </c:pt>
                <c:pt idx="6">
                  <c:v>0.99377356542956963</c:v>
                </c:pt>
                <c:pt idx="7">
                  <c:v>1.000466250675069</c:v>
                </c:pt>
                <c:pt idx="8">
                  <c:v>1.0064702135485144</c:v>
                </c:pt>
                <c:pt idx="9">
                  <c:v>1.0117903540369197</c:v>
                </c:pt>
                <c:pt idx="10">
                  <c:v>1.0164313013835338</c:v>
                </c:pt>
                <c:pt idx="11">
                  <c:v>1.0203973132851327</c:v>
                </c:pt>
                <c:pt idx="12">
                  <c:v>1.023692189565049</c:v>
                </c:pt>
                <c:pt idx="13">
                  <c:v>1.0263191996529195</c:v>
                </c:pt>
                <c:pt idx="14">
                  <c:v>1.0282810232528508</c:v>
                </c:pt>
                <c:pt idx="15">
                  <c:v>1.0295797036547194</c:v>
                </c:pt>
                <c:pt idx="16">
                  <c:v>1.030216613233879</c:v>
                </c:pt>
                <c:pt idx="17">
                  <c:v>1.0301924307884021</c:v>
                </c:pt>
                <c:pt idx="18">
                  <c:v>1.0295071304763856</c:v>
                </c:pt>
                <c:pt idx="19">
                  <c:v>1.0281599822353595</c:v>
                </c:pt>
                <c:pt idx="20">
                  <c:v>1.0261495636882896</c:v>
                </c:pt>
                <c:pt idx="21">
                  <c:v>1.0234737836630272</c:v>
                </c:pt>
                <c:pt idx="22">
                  <c:v>1.0201299175712131</c:v>
                </c:pt>
                <c:pt idx="23">
                  <c:v>1.0161146550054818</c:v>
                </c:pt>
                <c:pt idx="24">
                  <c:v>1.0114241600168128</c:v>
                </c:pt>
                <c:pt idx="25">
                  <c:v>1.0060541446233062</c:v>
                </c:pt>
                <c:pt idx="26">
                  <c:v>0.99999995617321524</c:v>
                </c:pt>
                <c:pt idx="27">
                  <c:v>0.99325667923394068</c:v>
                </c:pt>
                <c:pt idx="28">
                  <c:v>0.98581925269947801</c:v>
                </c:pt>
                <c:pt idx="29">
                  <c:v>0.97768260279543939</c:v>
                </c:pt>
                <c:pt idx="30">
                  <c:v>0.96884179260661663</c:v>
                </c:pt>
                <c:pt idx="31">
                  <c:v>0.9592921886499256</c:v>
                </c:pt>
                <c:pt idx="32">
                  <c:v>0.94902964485793728</c:v>
                </c:pt>
                <c:pt idx="33">
                  <c:v>0.93805070411741565</c:v>
                </c:pt>
                <c:pt idx="34">
                  <c:v>0.92635281721592755</c:v>
                </c:pt>
                <c:pt idx="35">
                  <c:v>0.91393457868097394</c:v>
                </c:pt>
                <c:pt idx="36">
                  <c:v>0.90079597854484583</c:v>
                </c:pt>
                <c:pt idx="37">
                  <c:v>0.88693866853122683</c:v>
                </c:pt>
                <c:pt idx="38">
                  <c:v>0.87236624053612255</c:v>
                </c:pt>
                <c:pt idx="39">
                  <c:v>0.85708451456952983</c:v>
                </c:pt>
                <c:pt idx="40">
                  <c:v>0.84110183254398807</c:v>
                </c:pt>
                <c:pt idx="41">
                  <c:v>0.82442935345632273</c:v>
                </c:pt>
                <c:pt idx="42">
                  <c:v>0.80708134463121128</c:v>
                </c:pt>
                <c:pt idx="43">
                  <c:v>0.78907546280902119</c:v>
                </c:pt>
                <c:pt idx="44">
                  <c:v>0.77043301800345809</c:v>
                </c:pt>
                <c:pt idx="45">
                  <c:v>0.75117921227271922</c:v>
                </c:pt>
                <c:pt idx="46">
                  <c:v>0.73134334489445008</c:v>
                </c:pt>
                <c:pt idx="47">
                  <c:v>0.71095897496904725</c:v>
                </c:pt>
                <c:pt idx="48">
                  <c:v>0.69006403226039448</c:v>
                </c:pt>
                <c:pt idx="49">
                  <c:v>0.66870086718045374</c:v>
                </c:pt>
                <c:pt idx="50" formatCode="0.000_);[Red]\(0.000\)">
                  <c:v>0.6469162312921829</c:v>
                </c:pt>
                <c:pt idx="51" formatCode="0.000_);[Red]\(0.000\)">
                  <c:v>0.6247611805919604</c:v>
                </c:pt>
                <c:pt idx="52" formatCode="0.000_);[Red]\(0.000\)">
                  <c:v>0.6022908951703223</c:v>
                </c:pt>
                <c:pt idx="53" formatCode="0.000_);[Red]\(0.000\)">
                  <c:v>0.57956441064888053</c:v>
                </c:pt>
                <c:pt idx="54" formatCode="0.000_);[Red]\(0.000\)">
                  <c:v>0.55664425903539194</c:v>
                </c:pt>
                <c:pt idx="55" formatCode="0.000_);[Red]\(0.000\)">
                  <c:v>0.53359601928048672</c:v>
                </c:pt>
                <c:pt idx="56" formatCode="0.000_);[Red]\(0.000\)">
                  <c:v>0.5104877807776832</c:v>
                </c:pt>
                <c:pt idx="57" formatCode="0.000_);[Red]\(0.000\)">
                  <c:v>0.48738952620926734</c:v>
                </c:pt>
                <c:pt idx="58" formatCode="0.000_);[Red]\(0.000\)">
                  <c:v>0.46437244336139133</c:v>
                </c:pt>
                <c:pt idx="59" formatCode="0.000_);[Red]\(0.000\)">
                  <c:v>0.44150817864685382</c:v>
                </c:pt>
                <c:pt idx="60" formatCode="0.000_);[Red]\(0.000\)">
                  <c:v>0.41886804790561094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2.6203761823803604</c:v>
                </c:pt>
                <c:pt idx="1">
                  <c:v>2.5461592382296883</c:v>
                </c:pt>
                <c:pt idx="2">
                  <c:v>2.4722703666261516</c:v>
                </c:pt>
                <c:pt idx="3">
                  <c:v>2.3988091184018971</c:v>
                </c:pt>
                <c:pt idx="4">
                  <c:v>2.3258729471283539</c:v>
                </c:pt>
                <c:pt idx="5">
                  <c:v>2.253556698352813</c:v>
                </c:pt>
                <c:pt idx="6">
                  <c:v>2.1819521271587456</c:v>
                </c:pt>
                <c:pt idx="7">
                  <c:v>2.1111474491086888</c:v>
                </c:pt>
                <c:pt idx="8">
                  <c:v>2.0412269290076539</c:v>
                </c:pt>
                <c:pt idx="9">
                  <c:v>1.9722705112340531</c:v>
                </c:pt>
                <c:pt idx="10">
                  <c:v>1.9043534946431995</c:v>
                </c:pt>
                <c:pt idx="11">
                  <c:v>1.8375462542753209</c:v>
                </c:pt>
                <c:pt idx="12">
                  <c:v>1.7719140113156355</c:v>
                </c:pt>
                <c:pt idx="13">
                  <c:v>1.7075166519775822</c:v>
                </c:pt>
                <c:pt idx="14">
                  <c:v>1.6444085952297038</c:v>
                </c:pt>
                <c:pt idx="15">
                  <c:v>1.5826387085781144</c:v>
                </c:pt>
                <c:pt idx="16">
                  <c:v>1.5222502704637286</c:v>
                </c:pt>
                <c:pt idx="17">
                  <c:v>1.4632809772479116</c:v>
                </c:pt>
                <c:pt idx="18">
                  <c:v>1.4057629922504196</c:v>
                </c:pt>
                <c:pt idx="19">
                  <c:v>1.3497230338753394</c:v>
                </c:pt>
                <c:pt idx="20">
                  <c:v>1.2951824995172143</c:v>
                </c:pt>
                <c:pt idx="21">
                  <c:v>1.2421576216812535</c:v>
                </c:pt>
                <c:pt idx="22">
                  <c:v>1.1906596525766027</c:v>
                </c:pt>
                <c:pt idx="23">
                  <c:v>1.1406950733462935</c:v>
                </c:pt>
                <c:pt idx="24">
                  <c:v>1.0922658240761711</c:v>
                </c:pt>
                <c:pt idx="25">
                  <c:v>1.0453695507709451</c:v>
                </c:pt>
                <c:pt idx="26">
                  <c:v>0.99999986559073417</c:v>
                </c:pt>
                <c:pt idx="27">
                  <c:v>0.95614661679762813</c:v>
                </c:pt>
                <c:pt idx="28">
                  <c:v>0.91379616506018513</c:v>
                </c:pt>
                <c:pt idx="29">
                  <c:v>0.87293166299571856</c:v>
                </c:pt>
                <c:pt idx="30">
                  <c:v>0.83353333508726346</c:v>
                </c:pt>
                <c:pt idx="31">
                  <c:v>0.79557875538627798</c:v>
                </c:pt>
                <c:pt idx="32">
                  <c:v>0.75904312069612956</c:v>
                </c:pt>
                <c:pt idx="33">
                  <c:v>0.72389951721857693</c:v>
                </c:pt>
                <c:pt idx="34">
                  <c:v>0.69011917893008767</c:v>
                </c:pt>
                <c:pt idx="35">
                  <c:v>0.65767173623192987</c:v>
                </c:pt>
                <c:pt idx="36">
                  <c:v>0.6265254536835364</c:v>
                </c:pt>
                <c:pt idx="37">
                  <c:v>0.59664745587938228</c:v>
                </c:pt>
                <c:pt idx="38">
                  <c:v>0.56800394076310445</c:v>
                </c:pt>
                <c:pt idx="39">
                  <c:v>0.54056037988712247</c:v>
                </c:pt>
                <c:pt idx="40">
                  <c:v>0.51428170532046669</c:v>
                </c:pt>
                <c:pt idx="41">
                  <c:v>0.48913248308145052</c:v>
                </c:pt>
                <c:pt idx="42">
                  <c:v>0.46507707312517083</c:v>
                </c:pt>
                <c:pt idx="43">
                  <c:v>0.44207977604903337</c:v>
                </c:pt>
                <c:pt idx="44">
                  <c:v>0.42010496679328296</c:v>
                </c:pt>
                <c:pt idx="45">
                  <c:v>0.39911721570889541</c:v>
                </c:pt>
                <c:pt idx="46">
                  <c:v>0.37908139744331742</c:v>
                </c:pt>
                <c:pt idx="47">
                  <c:v>0.3599627881567799</c:v>
                </c:pt>
                <c:pt idx="48">
                  <c:v>0.34172715162962447</c:v>
                </c:pt>
                <c:pt idx="49">
                  <c:v>0.3243408148557555</c:v>
                </c:pt>
                <c:pt idx="50" formatCode="0.000_);[Red]\(0.000\)">
                  <c:v>0.30777073374034486</c:v>
                </c:pt>
                <c:pt idx="51" formatCode="0.000_);[Red]\(0.000\)">
                  <c:v>0.29198454953275144</c:v>
                </c:pt>
                <c:pt idx="52" formatCode="0.000_);[Red]\(0.000\)">
                  <c:v>0.27695063662955016</c:v>
                </c:pt>
                <c:pt idx="53" formatCode="0.000_);[Red]\(0.000\)">
                  <c:v>0.26263814237894428</c:v>
                </c:pt>
                <c:pt idx="54" formatCode="0.000_);[Red]\(0.000\)">
                  <c:v>0.24901701950781374</c:v>
                </c:pt>
                <c:pt idx="55" formatCode="0.000_);[Red]\(0.000\)">
                  <c:v>0.23605805177735392</c:v>
                </c:pt>
                <c:pt idx="56" formatCode="0.000_);[Red]\(0.000\)">
                  <c:v>0.22373287345368142</c:v>
                </c:pt>
                <c:pt idx="57" formatCode="0.000_);[Red]\(0.000\)">
                  <c:v>0.21201398315684028</c:v>
                </c:pt>
                <c:pt idx="58" formatCode="0.000_);[Red]\(0.000\)">
                  <c:v>0.20087475262612758</c:v>
                </c:pt>
                <c:pt idx="59" formatCode="0.000_);[Red]\(0.000\)">
                  <c:v>0.19028943091230333</c:v>
                </c:pt>
                <c:pt idx="60" formatCode="0.000_);[Red]\(0.000\)">
                  <c:v>0.1802331444786526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0.92666904765289759</c:v>
                </c:pt>
                <c:pt idx="1">
                  <c:v>0.95805098895926</c:v>
                </c:pt>
                <c:pt idx="2">
                  <c:v>1.0231963024031272</c:v>
                </c:pt>
                <c:pt idx="3">
                  <c:v>1.046820516056961</c:v>
                </c:pt>
                <c:pt idx="4">
                  <c:v>1.0381878027364524</c:v>
                </c:pt>
                <c:pt idx="5">
                  <c:v>1.0206648984955791</c:v>
                </c:pt>
                <c:pt idx="6">
                  <c:v>0.99655788051900718</c:v>
                </c:pt>
                <c:pt idx="7">
                  <c:v>0.96907616191776924</c:v>
                </c:pt>
                <c:pt idx="8">
                  <c:v>0.97490695961899254</c:v>
                </c:pt>
                <c:pt idx="9">
                  <c:v>1.0082454011332527</c:v>
                </c:pt>
                <c:pt idx="10">
                  <c:v>1.0224222875394846</c:v>
                </c:pt>
                <c:pt idx="11">
                  <c:v>1.0175601870212079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1.0133927088377206</c:v>
                </c:pt>
                <c:pt idx="1">
                  <c:v>0.98578632986588532</c:v>
                </c:pt>
                <c:pt idx="2">
                  <c:v>1.0396594153165444</c:v>
                </c:pt>
                <c:pt idx="3">
                  <c:v>1.0612151417525657</c:v>
                </c:pt>
                <c:pt idx="4">
                  <c:v>1.0482220552282302</c:v>
                </c:pt>
                <c:pt idx="5">
                  <c:v>1.028498877382314</c:v>
                </c:pt>
                <c:pt idx="6">
                  <c:v>0.97471265823776698</c:v>
                </c:pt>
                <c:pt idx="7">
                  <c:v>0.973654421732711</c:v>
                </c:pt>
                <c:pt idx="8">
                  <c:v>0.96802162787868751</c:v>
                </c:pt>
                <c:pt idx="9">
                  <c:v>0.98089663960945539</c:v>
                </c:pt>
                <c:pt idx="10">
                  <c:v>0.96576704599849394</c:v>
                </c:pt>
                <c:pt idx="11">
                  <c:v>0.9567566344048144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0.71750378743733512</c:v>
                </c:pt>
                <c:pt idx="1">
                  <c:v>0.89594106955364416</c:v>
                </c:pt>
                <c:pt idx="2">
                  <c:v>0.98247141036706909</c:v>
                </c:pt>
                <c:pt idx="3">
                  <c:v>1.0015201839434793</c:v>
                </c:pt>
                <c:pt idx="4">
                  <c:v>1.0037052604435415</c:v>
                </c:pt>
                <c:pt idx="5">
                  <c:v>1.0018578205976856</c:v>
                </c:pt>
                <c:pt idx="6">
                  <c:v>1.0634987484452223</c:v>
                </c:pt>
                <c:pt idx="7">
                  <c:v>0.98435084942945372</c:v>
                </c:pt>
                <c:pt idx="8">
                  <c:v>1.0043007123817969</c:v>
                </c:pt>
                <c:pt idx="9">
                  <c:v>1.0823074529075976</c:v>
                </c:pt>
                <c:pt idx="10">
                  <c:v>1.1663037446053905</c:v>
                </c:pt>
                <c:pt idx="11">
                  <c:v>1.1637089713566124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0.86243647271247237</c:v>
                </c:pt>
                <c:pt idx="1">
                  <c:v>1.0024361599291496</c:v>
                </c:pt>
                <c:pt idx="2">
                  <c:v>1.0232623116701289</c:v>
                </c:pt>
                <c:pt idx="3">
                  <c:v>1.0988100642759633</c:v>
                </c:pt>
                <c:pt idx="4">
                  <c:v>1.0941696354122745</c:v>
                </c:pt>
                <c:pt idx="5">
                  <c:v>1.0569432501700093</c:v>
                </c:pt>
                <c:pt idx="6">
                  <c:v>1.0166496917978294</c:v>
                </c:pt>
                <c:pt idx="7">
                  <c:v>0.96058260195608403</c:v>
                </c:pt>
                <c:pt idx="8">
                  <c:v>0.97181297417785995</c:v>
                </c:pt>
                <c:pt idx="9">
                  <c:v>0.97696364628195531</c:v>
                </c:pt>
                <c:pt idx="10">
                  <c:v>0.96707837477312986</c:v>
                </c:pt>
                <c:pt idx="11">
                  <c:v>0.97650844469420828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0.87336367423219685</c:v>
                </c:pt>
                <c:pt idx="1">
                  <c:v>0.95396935175288455</c:v>
                </c:pt>
                <c:pt idx="2">
                  <c:v>0.96904886772981658</c:v>
                </c:pt>
                <c:pt idx="3">
                  <c:v>1.0341018224874947</c:v>
                </c:pt>
                <c:pt idx="4">
                  <c:v>1.0406654628147938</c:v>
                </c:pt>
                <c:pt idx="5">
                  <c:v>1.0176365376582874</c:v>
                </c:pt>
                <c:pt idx="6">
                  <c:v>1.011411952439806</c:v>
                </c:pt>
                <c:pt idx="7">
                  <c:v>1.0136366130753927</c:v>
                </c:pt>
                <c:pt idx="8">
                  <c:v>1.0378743668658461</c:v>
                </c:pt>
                <c:pt idx="9">
                  <c:v>1.0159725539581055</c:v>
                </c:pt>
                <c:pt idx="10">
                  <c:v>0.99496689151270401</c:v>
                </c:pt>
                <c:pt idx="11">
                  <c:v>1.0326976576955651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0.56618610030516137</c:v>
                </c:pt>
                <c:pt idx="1">
                  <c:v>0.74600759696954966</c:v>
                </c:pt>
                <c:pt idx="2">
                  <c:v>0.90070786315688722</c:v>
                </c:pt>
                <c:pt idx="3">
                  <c:v>1.1754192639841112</c:v>
                </c:pt>
                <c:pt idx="4">
                  <c:v>1.2775763014754862</c:v>
                </c:pt>
                <c:pt idx="5">
                  <c:v>1.3440669804093262</c:v>
                </c:pt>
                <c:pt idx="6">
                  <c:v>1.2364367859035559</c:v>
                </c:pt>
                <c:pt idx="7">
                  <c:v>1.0359374514544377</c:v>
                </c:pt>
                <c:pt idx="8">
                  <c:v>0.96848618533848185</c:v>
                </c:pt>
                <c:pt idx="9">
                  <c:v>1.0251418291309176</c:v>
                </c:pt>
                <c:pt idx="10">
                  <c:v>1.0144175412663825</c:v>
                </c:pt>
                <c:pt idx="11">
                  <c:v>0.94769519800877111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1.3113616198731806</c:v>
                </c:pt>
                <c:pt idx="1">
                  <c:v>1.297549158956691</c:v>
                </c:pt>
                <c:pt idx="2">
                  <c:v>1.2838517913625376</c:v>
                </c:pt>
                <c:pt idx="3">
                  <c:v>1.270274848410655</c:v>
                </c:pt>
                <c:pt idx="4">
                  <c:v>1.2568234220597214</c:v>
                </c:pt>
                <c:pt idx="5">
                  <c:v>1.2435023636940838</c:v>
                </c:pt>
                <c:pt idx="6">
                  <c:v>1.2303162836890724</c:v>
                </c:pt>
                <c:pt idx="7">
                  <c:v>1.2172695517194156</c:v>
                </c:pt>
                <c:pt idx="8">
                  <c:v>1.2043662977733978</c:v>
                </c:pt>
                <c:pt idx="9">
                  <c:v>1.1916104138337116</c:v>
                </c:pt>
                <c:pt idx="10">
                  <c:v>1.1790055561846791</c:v>
                </c:pt>
                <c:pt idx="11">
                  <c:v>1.1665551483045602</c:v>
                </c:pt>
                <c:pt idx="12">
                  <c:v>1.1542623843010957</c:v>
                </c:pt>
                <c:pt idx="13">
                  <c:v>1.142130232848146</c:v>
                </c:pt>
                <c:pt idx="14">
                  <c:v>1.1301614415813384</c:v>
                </c:pt>
                <c:pt idx="15">
                  <c:v>1.1183585419109232</c:v>
                </c:pt>
                <c:pt idx="16">
                  <c:v>1.1067238542106295</c:v>
                </c:pt>
                <c:pt idx="17">
                  <c:v>1.0952594933420794</c:v>
                </c:pt>
                <c:pt idx="18">
                  <c:v>1.0839673744753258</c:v>
                </c:pt>
                <c:pt idx="19">
                  <c:v>1.072849219167253</c:v>
                </c:pt>
                <c:pt idx="20">
                  <c:v>1.0619065616609036</c:v>
                </c:pt>
                <c:pt idx="21">
                  <c:v>1.0511407553702583</c:v>
                </c:pt>
                <c:pt idx="22">
                  <c:v>1.04055297951656</c:v>
                </c:pt>
                <c:pt idx="23">
                  <c:v>1.0301442458839338</c:v>
                </c:pt>
                <c:pt idx="24">
                  <c:v>1.0199154056637763</c:v>
                </c:pt>
                <c:pt idx="25">
                  <c:v>1.0098671563591513</c:v>
                </c:pt>
                <c:pt idx="26">
                  <c:v>1.0000000487222469</c:v>
                </c:pt>
                <c:pt idx="27">
                  <c:v>0.99031449369974534</c:v>
                </c:pt>
                <c:pt idx="28">
                  <c:v>0.98081076936278777</c:v>
                </c:pt>
                <c:pt idx="29">
                  <c:v>0.97148902780001234</c:v>
                </c:pt>
                <c:pt idx="30">
                  <c:v>0.96234930195391943</c:v>
                </c:pt>
                <c:pt idx="31">
                  <c:v>0.95339151238256592</c:v>
                </c:pt>
                <c:pt idx="32">
                  <c:v>0.94461547393027567</c:v>
                </c:pt>
                <c:pt idx="33">
                  <c:v>0.93602090229271318</c:v>
                </c:pt>
                <c:pt idx="34">
                  <c:v>0.92760742046323563</c:v>
                </c:pt>
                <c:pt idx="35">
                  <c:v>0.9193745650489713</c:v>
                </c:pt>
                <c:pt idx="36">
                  <c:v>0.91132179244652056</c:v>
                </c:pt>
                <c:pt idx="37">
                  <c:v>0.90344848486855278</c:v>
                </c:pt>
                <c:pt idx="38">
                  <c:v>0.89575395621388298</c:v>
                </c:pt>
                <c:pt idx="39">
                  <c:v>0.88823745777484131</c:v>
                </c:pt>
                <c:pt idx="40">
                  <c:v>0.88089818377689577</c:v>
                </c:pt>
                <c:pt idx="41">
                  <c:v>0.87373527674657525</c:v>
                </c:pt>
                <c:pt idx="42">
                  <c:v>0.86674783270473499</c:v>
                </c:pt>
                <c:pt idx="43">
                  <c:v>0.85993490618312785</c:v>
                </c:pt>
                <c:pt idx="44">
                  <c:v>0.85329551506311052</c:v>
                </c:pt>
                <c:pt idx="45">
                  <c:v>0.84682864523607737</c:v>
                </c:pt>
                <c:pt idx="46">
                  <c:v>0.84053325508593879</c:v>
                </c:pt>
                <c:pt idx="47">
                  <c:v>0.83440827979459675</c:v>
                </c:pt>
                <c:pt idx="48">
                  <c:v>0.82845263547195525</c:v>
                </c:pt>
                <c:pt idx="49">
                  <c:v>0.822665223112516</c:v>
                </c:pt>
                <c:pt idx="50" formatCode="0.000_);[Red]\(0.000\)">
                  <c:v>0.81704493238107423</c:v>
                </c:pt>
                <c:pt idx="51" formatCode="0.000_);[Red]\(0.000\)">
                  <c:v>0.81159064523042812</c:v>
                </c:pt>
                <c:pt idx="52" formatCode="0.000_);[Red]\(0.000\)">
                  <c:v>0.80630123935437248</c:v>
                </c:pt>
                <c:pt idx="53" formatCode="0.000_);[Red]\(0.000\)">
                  <c:v>0.80117559147954698</c:v>
                </c:pt>
                <c:pt idx="54" formatCode="0.000_);[Red]\(0.000\)">
                  <c:v>0.79621258049995891</c:v>
                </c:pt>
                <c:pt idx="55" formatCode="0.000_);[Red]\(0.000\)">
                  <c:v>0.79141109045822766</c:v>
                </c:pt>
                <c:pt idx="56" formatCode="0.000_);[Red]\(0.000\)">
                  <c:v>0.78677001337775498</c:v>
                </c:pt>
                <c:pt idx="57" formatCode="0.000_);[Red]\(0.000\)">
                  <c:v>0.78228825195016827</c:v>
                </c:pt>
                <c:pt idx="58" formatCode="0.000_);[Red]\(0.000\)">
                  <c:v>0.77796472208248635</c:v>
                </c:pt>
                <c:pt idx="59" formatCode="0.000_);[Red]\(0.000\)">
                  <c:v>0.77379835530851637</c:v>
                </c:pt>
                <c:pt idx="60" formatCode="0.000_);[Red]\(0.000\)">
                  <c:v>0.76978810106904205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1.4298247604413887</c:v>
                </c:pt>
                <c:pt idx="1">
                  <c:v>1.4074106648273985</c:v>
                </c:pt>
                <c:pt idx="2">
                  <c:v>1.3853218339831599</c:v>
                </c:pt>
                <c:pt idx="3">
                  <c:v>1.3635870048590262</c:v>
                </c:pt>
                <c:pt idx="4">
                  <c:v>1.3422329403121105</c:v>
                </c:pt>
                <c:pt idx="5">
                  <c:v>1.3212844085644706</c:v>
                </c:pt>
                <c:pt idx="6">
                  <c:v>1.300764182195002</c:v>
                </c:pt>
                <c:pt idx="7">
                  <c:v>1.2806930550725837</c:v>
                </c:pt>
                <c:pt idx="8">
                  <c:v>1.2610898755119759</c:v>
                </c:pt>
                <c:pt idx="9">
                  <c:v>1.2419715938561939</c:v>
                </c:pt>
                <c:pt idx="10">
                  <c:v>1.2233533226555042</c:v>
                </c:pt>
                <c:pt idx="11">
                  <c:v>1.205248407618867</c:v>
                </c:pt>
                <c:pt idx="12">
                  <c:v>1.1876685075533744</c:v>
                </c:pt>
                <c:pt idx="13">
                  <c:v>1.1706236815753521</c:v>
                </c:pt>
                <c:pt idx="14">
                  <c:v>1.1541224819678957</c:v>
                </c:pt>
                <c:pt idx="15">
                  <c:v>1.1381720511682993</c:v>
                </c:pt>
                <c:pt idx="16">
                  <c:v>1.1227782214901705</c:v>
                </c:pt>
                <c:pt idx="17">
                  <c:v>1.1079456163144255</c:v>
                </c:pt>
                <c:pt idx="18">
                  <c:v>1.0936777516168206</c:v>
                </c:pt>
                <c:pt idx="19">
                  <c:v>1.0799771368336721</c:v>
                </c:pt>
                <c:pt idx="20">
                  <c:v>1.0668453741990385</c:v>
                </c:pt>
                <c:pt idx="21">
                  <c:v>1.0542832558134638</c:v>
                </c:pt>
                <c:pt idx="22">
                  <c:v>1.0422908578245691</c:v>
                </c:pt>
                <c:pt idx="23">
                  <c:v>1.030867631211863</c:v>
                </c:pt>
                <c:pt idx="24">
                  <c:v>1.0200124887712139</c:v>
                </c:pt>
                <c:pt idx="25">
                  <c:v>1.0097238879878305</c:v>
                </c:pt>
                <c:pt idx="26">
                  <c:v>0.99999990957005347</c:v>
                </c:pt>
                <c:pt idx="27">
                  <c:v>0.99083833148977829</c:v>
                </c:pt>
                <c:pt idx="28">
                  <c:v>0.98223669843904726</c:v>
                </c:pt>
                <c:pt idx="29">
                  <c:v>0.97419238666668884</c:v>
                </c:pt>
                <c:pt idx="30">
                  <c:v>0.96670266420427142</c:v>
                </c:pt>
                <c:pt idx="31">
                  <c:v>0.95976474652770127</c:v>
                </c:pt>
                <c:pt idx="32">
                  <c:v>0.95337584773012274</c:v>
                </c:pt>
                <c:pt idx="33">
                  <c:v>0.94753322730406997</c:v>
                </c:pt>
                <c:pt idx="34">
                  <c:v>0.94223423264670869</c:v>
                </c:pt>
                <c:pt idx="35">
                  <c:v>0.93747633741219683</c:v>
                </c:pt>
                <c:pt idx="36">
                  <c:v>0.93325717584029089</c:v>
                </c:pt>
                <c:pt idx="37">
                  <c:v>0.92957457319096504</c:v>
                </c:pt>
                <c:pt idx="38">
                  <c:v>0.92642657241157322</c:v>
                </c:pt>
                <c:pt idx="39">
                  <c:v>0.92381145715648094</c:v>
                </c:pt>
                <c:pt idx="40">
                  <c:v>0.92172777126966021</c:v>
                </c:pt>
                <c:pt idx="41">
                  <c:v>0.92017433482889854</c:v>
                </c:pt>
                <c:pt idx="42">
                  <c:v>0.91915025683646689</c:v>
                </c:pt>
                <c:pt idx="43">
                  <c:v>0.91865494462570119</c:v>
                </c:pt>
                <c:pt idx="44">
                  <c:v>0.91868811003632656</c:v>
                </c:pt>
                <c:pt idx="45">
                  <c:v>0.91924977239383632</c:v>
                </c:pt>
                <c:pt idx="46">
                  <c:v>0.92034025831015021</c:v>
                </c:pt>
                <c:pt idx="47">
                  <c:v>0.92196019830439035</c:v>
                </c:pt>
                <c:pt idx="48">
                  <c:v>0.92411052022426454</c:v>
                </c:pt>
                <c:pt idx="49">
                  <c:v>0.92679243943051104</c:v>
                </c:pt>
                <c:pt idx="50" formatCode="0.000_);[Red]\(0.000\)">
                  <c:v>0.93000744568942439</c:v>
                </c:pt>
                <c:pt idx="51" formatCode="0.000_);[Red]\(0.000\)">
                  <c:v>0.93375728670200631</c:v>
                </c:pt>
                <c:pt idx="52" formatCode="0.000_);[Red]\(0.000\)">
                  <c:v>0.93804394818307313</c:v>
                </c:pt>
                <c:pt idx="53" formatCode="0.000_);[Red]\(0.000\)">
                  <c:v>0.94286963039005522</c:v>
                </c:pt>
                <c:pt idx="54" formatCode="0.000_);[Red]\(0.000\)">
                  <c:v>0.9482367209896817</c:v>
                </c:pt>
                <c:pt idx="55" formatCode="0.000_);[Red]\(0.000\)">
                  <c:v>0.95414776414162172</c:v>
                </c:pt>
                <c:pt idx="56" formatCode="0.000_);[Red]\(0.000\)">
                  <c:v>0.96060542567195217</c:v>
                </c:pt>
                <c:pt idx="57" formatCode="0.000_);[Red]\(0.000\)">
                  <c:v>0.96761245420654318</c:v>
                </c:pt>
                <c:pt idx="58" formatCode="0.000_);[Red]\(0.000\)">
                  <c:v>0.97517163813561414</c:v>
                </c:pt>
                <c:pt idx="59" formatCode="0.000_);[Red]\(0.000\)">
                  <c:v>0.98328575828642073</c:v>
                </c:pt>
                <c:pt idx="60" formatCode="0.000_);[Red]\(0.000\)">
                  <c:v>0.99195753619190041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1.1657038721349386</c:v>
                </c:pt>
                <c:pt idx="1">
                  <c:v>1.1610242559546555</c:v>
                </c:pt>
                <c:pt idx="2">
                  <c:v>1.1562061628468496</c:v>
                </c:pt>
                <c:pt idx="3">
                  <c:v>1.1512497398007511</c:v>
                </c:pt>
                <c:pt idx="4">
                  <c:v>1.1461551632908751</c:v>
                </c:pt>
                <c:pt idx="5">
                  <c:v>1.1409226413941849</c:v>
                </c:pt>
                <c:pt idx="6">
                  <c:v>1.1355524159548287</c:v>
                </c:pt>
                <c:pt idx="7">
                  <c:v>1.1300447647940075</c:v>
                </c:pt>
                <c:pt idx="8">
                  <c:v>1.1244000039622823</c:v>
                </c:pt>
                <c:pt idx="9">
                  <c:v>1.1186184900313458</c:v>
                </c:pt>
                <c:pt idx="10">
                  <c:v>1.112700622422006</c:v>
                </c:pt>
                <c:pt idx="11">
                  <c:v>1.1066468457648266</c:v>
                </c:pt>
                <c:pt idx="12">
                  <c:v>1.1004576522895679</c:v>
                </c:pt>
                <c:pt idx="13">
                  <c:v>1.094133584239243</c:v>
                </c:pt>
                <c:pt idx="14">
                  <c:v>1.0876752363042868</c:v>
                </c:pt>
                <c:pt idx="15">
                  <c:v>1.0810832580719905</c:v>
                </c:pt>
                <c:pt idx="16">
                  <c:v>1.0743583564860149</c:v>
                </c:pt>
                <c:pt idx="17">
                  <c:v>1.0675012983104428</c:v>
                </c:pt>
                <c:pt idx="18">
                  <c:v>1.0605129125924753</c:v>
                </c:pt>
                <c:pt idx="19">
                  <c:v>1.0533940931175221</c:v>
                </c:pt>
                <c:pt idx="20">
                  <c:v>1.0461458008500735</c:v>
                </c:pt>
                <c:pt idx="21">
                  <c:v>1.0387690663533833</c:v>
                </c:pt>
                <c:pt idx="22">
                  <c:v>1.0312649921806378</c:v>
                </c:pt>
                <c:pt idx="23">
                  <c:v>1.0236347552299332</c:v>
                </c:pt>
                <c:pt idx="24">
                  <c:v>1.0158796090550426</c:v>
                </c:pt>
                <c:pt idx="25">
                  <c:v>1.008000886123618</c:v>
                </c:pt>
                <c:pt idx="26">
                  <c:v>1.0000000000141565</c:v>
                </c:pt>
                <c:pt idx="27">
                  <c:v>0.99187844754275234</c:v>
                </c:pt>
                <c:pt idx="28">
                  <c:v>0.98363781081037338</c:v>
                </c:pt>
                <c:pt idx="29">
                  <c:v>0.97527975916113663</c:v>
                </c:pt>
                <c:pt idx="30">
                  <c:v>0.96680605104182116</c:v>
                </c:pt>
                <c:pt idx="31">
                  <c:v>0.95821853575264659</c:v>
                </c:pt>
                <c:pt idx="32">
                  <c:v>0.94951915507917262</c:v>
                </c:pt>
                <c:pt idx="33">
                  <c:v>0.94070994479502779</c:v>
                </c:pt>
                <c:pt idx="34">
                  <c:v>0.93179303602508579</c:v>
                </c:pt>
                <c:pt idx="35">
                  <c:v>0.92277065645863665</c:v>
                </c:pt>
                <c:pt idx="36">
                  <c:v>0.91364513140210202</c:v>
                </c:pt>
                <c:pt idx="37">
                  <c:v>0.90441888466086917</c:v>
                </c:pt>
                <c:pt idx="38">
                  <c:v>0.89509443923992327</c:v>
                </c:pt>
                <c:pt idx="39">
                  <c:v>0.88567441785309142</c:v>
                </c:pt>
                <c:pt idx="40">
                  <c:v>0.87616154323093154</c:v>
                </c:pt>
                <c:pt idx="41">
                  <c:v>0.86655863821756074</c:v>
                </c:pt>
                <c:pt idx="42">
                  <c:v>0.85686862564705102</c:v>
                </c:pt>
                <c:pt idx="43">
                  <c:v>0.84709452799042617</c:v>
                </c:pt>
                <c:pt idx="44">
                  <c:v>0.8372394667647538</c:v>
                </c:pt>
                <c:pt idx="45">
                  <c:v>0.82730666169637168</c:v>
                </c:pt>
                <c:pt idx="46">
                  <c:v>0.81729942963088575</c:v>
                </c:pt>
                <c:pt idx="47">
                  <c:v>0.8072211831832713</c:v>
                </c:pt>
                <c:pt idx="48">
                  <c:v>0.79707542912213358</c:v>
                </c:pt>
                <c:pt idx="49">
                  <c:v>0.7868657664830343</c:v>
                </c:pt>
                <c:pt idx="50" formatCode="0.000_);[Red]\(0.000\)">
                  <c:v>0.77659588440664373</c:v>
                </c:pt>
                <c:pt idx="51" formatCode="0.000_);[Red]\(0.000\)">
                  <c:v>0.76626955969846011</c:v>
                </c:pt>
                <c:pt idx="52" formatCode="0.000_);[Red]\(0.000\)">
                  <c:v>0.75589065410783618</c:v>
                </c:pt>
                <c:pt idx="53" formatCode="0.000_);[Red]\(0.000\)">
                  <c:v>0.74546311132513687</c:v>
                </c:pt>
                <c:pt idx="54" formatCode="0.000_);[Red]\(0.000\)">
                  <c:v>0.73499095369698375</c:v>
                </c:pt>
                <c:pt idx="55" formatCode="0.000_);[Red]\(0.000\)">
                  <c:v>0.72447827866072567</c:v>
                </c:pt>
                <c:pt idx="56" formatCode="0.000_);[Red]\(0.000\)">
                  <c:v>0.71392925490050552</c:v>
                </c:pt>
                <c:pt idx="57" formatCode="0.000_);[Red]\(0.000\)">
                  <c:v>0.70334811822855858</c:v>
                </c:pt>
                <c:pt idx="58" formatCode="0.000_);[Red]\(0.000\)">
                  <c:v>0.69273916719668538</c:v>
                </c:pt>
                <c:pt idx="59" formatCode="0.000_);[Red]\(0.000\)">
                  <c:v>0.68210675844416602</c:v>
                </c:pt>
                <c:pt idx="60" formatCode="0.000_);[Red]\(0.000\)">
                  <c:v>0.67145530178972379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1.3961028565817293</c:v>
                </c:pt>
                <c:pt idx="1">
                  <c:v>1.0567175119642929</c:v>
                </c:pt>
                <c:pt idx="2">
                  <c:v>1.0735862228427089</c:v>
                </c:pt>
                <c:pt idx="3">
                  <c:v>1.0652044833002572</c:v>
                </c:pt>
                <c:pt idx="4">
                  <c:v>0.95992695589293398</c:v>
                </c:pt>
                <c:pt idx="5">
                  <c:v>0.88419035072938901</c:v>
                </c:pt>
                <c:pt idx="6">
                  <c:v>0.91011472807202809</c:v>
                </c:pt>
                <c:pt idx="7">
                  <c:v>0.87460022556551786</c:v>
                </c:pt>
                <c:pt idx="8">
                  <c:v>0.97137265239512993</c:v>
                </c:pt>
                <c:pt idx="9">
                  <c:v>0.96659774950635147</c:v>
                </c:pt>
                <c:pt idx="10">
                  <c:v>0.92783485414820444</c:v>
                </c:pt>
                <c:pt idx="11">
                  <c:v>0.92391799169612399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1.406862011466872</c:v>
                </c:pt>
                <c:pt idx="1">
                  <c:v>1.0510787934329007</c:v>
                </c:pt>
                <c:pt idx="2">
                  <c:v>1.0962934775800077</c:v>
                </c:pt>
                <c:pt idx="3">
                  <c:v>1.0620145344153658</c:v>
                </c:pt>
                <c:pt idx="4">
                  <c:v>0.94377725195210793</c:v>
                </c:pt>
                <c:pt idx="5">
                  <c:v>0.91117445383887741</c:v>
                </c:pt>
                <c:pt idx="6">
                  <c:v>0.92814988698513545</c:v>
                </c:pt>
                <c:pt idx="7">
                  <c:v>0.92011902923674271</c:v>
                </c:pt>
                <c:pt idx="8">
                  <c:v>0.96142949560400837</c:v>
                </c:pt>
                <c:pt idx="9">
                  <c:v>0.92255352934895385</c:v>
                </c:pt>
                <c:pt idx="10">
                  <c:v>0.90781424832756785</c:v>
                </c:pt>
                <c:pt idx="11">
                  <c:v>0.8992957554239448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1.4036230514656005</c:v>
                </c:pt>
                <c:pt idx="1">
                  <c:v>1.0706340957813412</c:v>
                </c:pt>
                <c:pt idx="2">
                  <c:v>1.0581563256660755</c:v>
                </c:pt>
                <c:pt idx="3">
                  <c:v>1.073785286002362</c:v>
                </c:pt>
                <c:pt idx="4">
                  <c:v>0.97820437141257677</c:v>
                </c:pt>
                <c:pt idx="5">
                  <c:v>0.8554272586833177</c:v>
                </c:pt>
                <c:pt idx="6">
                  <c:v>0.88792639949747865</c:v>
                </c:pt>
                <c:pt idx="7">
                  <c:v>0.82305504245370043</c:v>
                </c:pt>
                <c:pt idx="8">
                  <c:v>0.97574641732334833</c:v>
                </c:pt>
                <c:pt idx="9">
                  <c:v>1.0056721779833102</c:v>
                </c:pt>
                <c:pt idx="10">
                  <c:v>0.94211795722185787</c:v>
                </c:pt>
                <c:pt idx="11">
                  <c:v>0.94044844890509116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1.157966361147825</c:v>
                </c:pt>
                <c:pt idx="1">
                  <c:v>1.2196583169515658</c:v>
                </c:pt>
                <c:pt idx="2">
                  <c:v>1.2110997165628221</c:v>
                </c:pt>
                <c:pt idx="3">
                  <c:v>1.103749418314262</c:v>
                </c:pt>
                <c:pt idx="4">
                  <c:v>1.0294254485769083</c:v>
                </c:pt>
                <c:pt idx="5">
                  <c:v>0.9440870534279604</c:v>
                </c:pt>
                <c:pt idx="6">
                  <c:v>0.86801332379701523</c:v>
                </c:pt>
                <c:pt idx="7">
                  <c:v>0.8707645240134505</c:v>
                </c:pt>
                <c:pt idx="8">
                  <c:v>0.8045297749101844</c:v>
                </c:pt>
                <c:pt idx="9">
                  <c:v>0.83113686415137611</c:v>
                </c:pt>
                <c:pt idx="10">
                  <c:v>0.96675420370365206</c:v>
                </c:pt>
                <c:pt idx="11">
                  <c:v>1.0177328745947043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1.1793319321083258</c:v>
                </c:pt>
                <c:pt idx="1">
                  <c:v>1.2160616658482846</c:v>
                </c:pt>
                <c:pt idx="2">
                  <c:v>1.1919495386736529</c:v>
                </c:pt>
                <c:pt idx="3">
                  <c:v>1.0537567014060918</c:v>
                </c:pt>
                <c:pt idx="4">
                  <c:v>1.0247526662876585</c:v>
                </c:pt>
                <c:pt idx="5">
                  <c:v>0.91636088418332085</c:v>
                </c:pt>
                <c:pt idx="6">
                  <c:v>0.85247514810227842</c:v>
                </c:pt>
                <c:pt idx="7">
                  <c:v>0.85850269756771613</c:v>
                </c:pt>
                <c:pt idx="8">
                  <c:v>0.81574006158834922</c:v>
                </c:pt>
                <c:pt idx="9">
                  <c:v>0.8853450150728237</c:v>
                </c:pt>
                <c:pt idx="10">
                  <c:v>1.0228396643913131</c:v>
                </c:pt>
                <c:pt idx="11">
                  <c:v>1.0063315638156056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1.1243884970157236</c:v>
                </c:pt>
                <c:pt idx="1">
                  <c:v>1.1821726894360693</c:v>
                </c:pt>
                <c:pt idx="2">
                  <c:v>1.1930993108979844</c:v>
                </c:pt>
                <c:pt idx="3">
                  <c:v>1.1272653952566996</c:v>
                </c:pt>
                <c:pt idx="4">
                  <c:v>1.0218326703329661</c:v>
                </c:pt>
                <c:pt idx="5">
                  <c:v>0.97220580137000623</c:v>
                </c:pt>
                <c:pt idx="6">
                  <c:v>0.89486464699879398</c:v>
                </c:pt>
                <c:pt idx="7">
                  <c:v>0.90335917264806864</c:v>
                </c:pt>
                <c:pt idx="8">
                  <c:v>0.81319187421804517</c:v>
                </c:pt>
                <c:pt idx="9">
                  <c:v>0.7888508172442249</c:v>
                </c:pt>
                <c:pt idx="10">
                  <c:v>0.92928672970879989</c:v>
                </c:pt>
                <c:pt idx="11">
                  <c:v>1.0752753488293811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1.427048444540453</c:v>
                </c:pt>
                <c:pt idx="1">
                  <c:v>1.4002488624138465</c:v>
                </c:pt>
                <c:pt idx="2">
                  <c:v>1.3744315959904077</c:v>
                </c:pt>
                <c:pt idx="3">
                  <c:v>1.3495765217043663</c:v>
                </c:pt>
                <c:pt idx="4">
                  <c:v>1.3256633927787063</c:v>
                </c:pt>
                <c:pt idx="5">
                  <c:v>1.3026719366193249</c:v>
                </c:pt>
                <c:pt idx="6">
                  <c:v>1.2805819431658849</c:v>
                </c:pt>
                <c:pt idx="7">
                  <c:v>1.2593733446882753</c:v>
                </c:pt>
                <c:pt idx="8">
                  <c:v>1.2390262875340492</c:v>
                </c:pt>
                <c:pt idx="9">
                  <c:v>1.2195211963402464</c:v>
                </c:pt>
                <c:pt idx="10">
                  <c:v>1.2008388312238578</c:v>
                </c:pt>
                <c:pt idx="11">
                  <c:v>1.1829603384601244</c:v>
                </c:pt>
                <c:pt idx="12">
                  <c:v>1.1658672951478617</c:v>
                </c:pt>
                <c:pt idx="13">
                  <c:v>1.1495417483470638</c:v>
                </c:pt>
                <c:pt idx="14">
                  <c:v>1.1339662491570013</c:v>
                </c:pt>
                <c:pt idx="15">
                  <c:v>1.1191238821836411</c:v>
                </c:pt>
                <c:pt idx="16">
                  <c:v>1.1049982908240914</c:v>
                </c:pt>
                <c:pt idx="17">
                  <c:v>1.0915736987735167</c:v>
                </c:pt>
                <c:pt idx="18">
                  <c:v>1.0788349281369969</c:v>
                </c:pt>
                <c:pt idx="19">
                  <c:v>1.0667674145055397</c:v>
                </c:pt>
                <c:pt idx="20">
                  <c:v>1.0553572193322305</c:v>
                </c:pt>
                <c:pt idx="21">
                  <c:v>1.0445910399215508</c:v>
                </c:pt>
                <c:pt idx="22">
                  <c:v>1.0344562173224572</c:v>
                </c:pt>
                <c:pt idx="23">
                  <c:v>1.0249407423940338</c:v>
                </c:pt>
                <c:pt idx="24">
                  <c:v>1.0160332602915436</c:v>
                </c:pt>
                <c:pt idx="25">
                  <c:v>1.0077230736005862</c:v>
                </c:pt>
                <c:pt idx="26">
                  <c:v>1.0000001443278872</c:v>
                </c:pt>
                <c:pt idx="27">
                  <c:v>0.99285509493902102</c:v>
                </c:pt>
                <c:pt idx="28">
                  <c:v>0.9862792086161245</c:v>
                </c:pt>
                <c:pt idx="29">
                  <c:v>0.98026442889237664</c:v>
                </c:pt>
                <c:pt idx="30">
                  <c:v>0.97480335880466984</c:v>
                </c:pt>
                <c:pt idx="31">
                  <c:v>0.96988925969148432</c:v>
                </c:pt>
                <c:pt idx="32">
                  <c:v>0.9655160497493791</c:v>
                </c:pt>
                <c:pt idx="33">
                  <c:v>0.96167830244878227</c:v>
                </c:pt>
                <c:pt idx="34">
                  <c:v>0.95837124489772341</c:v>
                </c:pt>
                <c:pt idx="35">
                  <c:v>0.95559075623086276</c:v>
                </c:pt>
                <c:pt idx="36">
                  <c:v>0.95333336609043451</c:v>
                </c:pt>
                <c:pt idx="37">
                  <c:v>0.95159625325560049</c:v>
                </c:pt>
                <c:pt idx="38">
                  <c:v>0.95037724446702798</c:v>
                </c:pt>
                <c:pt idx="39">
                  <c:v>0.949674813484227</c:v>
                </c:pt>
                <c:pt idx="40">
                  <c:v>0.94948808040427279</c:v>
                </c:pt>
                <c:pt idx="41">
                  <c:v>0.94981681126183104</c:v>
                </c:pt>
                <c:pt idx="42">
                  <c:v>0.9506614179219196</c:v>
                </c:pt>
                <c:pt idx="43">
                  <c:v>0.95202295826843819</c:v>
                </c:pt>
                <c:pt idx="44">
                  <c:v>0.95390313668312743</c:v>
                </c:pt>
                <c:pt idx="45">
                  <c:v>0.95630430480119666</c:v>
                </c:pt>
                <c:pt idx="46">
                  <c:v>0.95922946252132846</c:v>
                </c:pt>
                <c:pt idx="47">
                  <c:v>0.96268225923901041</c:v>
                </c:pt>
                <c:pt idx="48">
                  <c:v>0.96666699526313227</c:v>
                </c:pt>
                <c:pt idx="49">
                  <c:v>0.97118862336641865</c:v>
                </c:pt>
                <c:pt idx="50" formatCode="0.000_);[Red]\(0.000\)">
                  <c:v>0.97625275041046289</c:v>
                </c:pt>
                <c:pt idx="51" formatCode="0.000_);[Red]\(0.000\)">
                  <c:v>0.98186563897583767</c:v>
                </c:pt>
                <c:pt idx="52" formatCode="0.000_);[Red]\(0.000\)">
                  <c:v>0.98803420891689486</c:v>
                </c:pt>
                <c:pt idx="53" formatCode="0.000_);[Red]\(0.000\)">
                  <c:v>0.99476603874935654</c:v>
                </c:pt>
                <c:pt idx="54" formatCode="0.000_);[Red]\(0.000\)">
                  <c:v>1.002069366766593</c:v>
                </c:pt>
                <c:pt idx="55" formatCode="0.000_);[Red]\(0.000\)">
                  <c:v>1.0099530917675053</c:v>
                </c:pt>
                <c:pt idx="56" formatCode="0.000_);[Red]\(0.000\)">
                  <c:v>1.0184267732651253</c:v>
                </c:pt>
                <c:pt idx="57" formatCode="0.000_);[Red]\(0.000\)">
                  <c:v>1.0275006310303663</c:v>
                </c:pt>
                <c:pt idx="58" formatCode="0.000_);[Red]\(0.000\)">
                  <c:v>1.0371855438097599</c:v>
                </c:pt>
                <c:pt idx="59" formatCode="0.000_);[Red]\(0.000\)">
                  <c:v>1.0474930470394743</c:v>
                </c:pt>
                <c:pt idx="60" formatCode="0.000_);[Red]\(0.000\)">
                  <c:v>1.0584353293603839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1.6374583905631832</c:v>
                </c:pt>
                <c:pt idx="1">
                  <c:v>1.5898958518918707</c:v>
                </c:pt>
                <c:pt idx="2">
                  <c:v>1.544426024293905</c:v>
                </c:pt>
                <c:pt idx="3">
                  <c:v>1.5010429539310026</c:v>
                </c:pt>
                <c:pt idx="4">
                  <c:v>1.4597317068127786</c:v>
                </c:pt>
                <c:pt idx="5">
                  <c:v>1.4204697086302647</c:v>
                </c:pt>
                <c:pt idx="6">
                  <c:v>1.3832280140054627</c:v>
                </c:pt>
                <c:pt idx="7">
                  <c:v>1.3479724926761327</c:v>
                </c:pt>
                <c:pt idx="8">
                  <c:v>1.3146649246452837</c:v>
                </c:pt>
                <c:pt idx="9">
                  <c:v>1.2832640001492939</c:v>
                </c:pt>
                <c:pt idx="10">
                  <c:v>1.2537262234459783</c:v>
                </c:pt>
                <c:pt idx="11">
                  <c:v>1.2260067219321589</c:v>
                </c:pt>
                <c:pt idx="12">
                  <c:v>1.200059964026305</c:v>
                </c:pt>
                <c:pt idx="13">
                  <c:v>1.1758403906635864</c:v>
                </c:pt>
                <c:pt idx="14">
                  <c:v>1.153302966220304</c:v>
                </c:pt>
                <c:pt idx="15">
                  <c:v>1.1324036552840455</c:v>
                </c:pt>
                <c:pt idx="16">
                  <c:v>1.11309983198282</c:v>
                </c:pt>
                <c:pt idx="17">
                  <c:v>1.0953506286428354</c:v>
                </c:pt>
                <c:pt idx="18">
                  <c:v>1.0791172304150669</c:v>
                </c:pt>
                <c:pt idx="19">
                  <c:v>1.0643631222423975</c:v>
                </c:pt>
                <c:pt idx="20">
                  <c:v>1.051054294171162</c:v>
                </c:pt>
                <c:pt idx="21">
                  <c:v>1.0391594105756481</c:v>
                </c:pt>
                <c:pt idx="22">
                  <c:v>1.0286499483870579</c:v>
                </c:pt>
                <c:pt idx="23">
                  <c:v>1.0195003089194099</c:v>
                </c:pt>
                <c:pt idx="24">
                  <c:v>1.0116879073786409</c:v>
                </c:pt>
                <c:pt idx="25">
                  <c:v>1.0051932436382141</c:v>
                </c:pt>
                <c:pt idx="26">
                  <c:v>0.99999995737178504</c:v>
                </c:pt>
                <c:pt idx="27">
                  <c:v>0.99609487015498865</c:v>
                </c:pt>
                <c:pt idx="28">
                  <c:v>0.99346801668581941</c:v>
                </c:pt>
                <c:pt idx="29">
                  <c:v>0.99211266682630006</c:v>
                </c:pt>
                <c:pt idx="30">
                  <c:v>0.99202533973556184</c:v>
                </c:pt>
                <c:pt idx="31">
                  <c:v>0.99320581094350202</c:v>
                </c:pt>
                <c:pt idx="32">
                  <c:v>0.99565711280144842</c:v>
                </c:pt>
                <c:pt idx="33">
                  <c:v>0.99938552833791039</c:v>
                </c:pt>
                <c:pt idx="34">
                  <c:v>1.0044005781394298</c:v>
                </c:pt>
                <c:pt idx="35">
                  <c:v>1.0107149994646523</c:v>
                </c:pt>
                <c:pt idx="36">
                  <c:v>1.0183447163801267</c:v>
                </c:pt>
                <c:pt idx="37">
                  <c:v>1.0273087992755479</c:v>
                </c:pt>
                <c:pt idx="38">
                  <c:v>1.0376294116714471</c:v>
                </c:pt>
                <c:pt idx="39">
                  <c:v>1.0493317417719947</c:v>
                </c:pt>
                <c:pt idx="40">
                  <c:v>1.0624439157391896</c:v>
                </c:pt>
                <c:pt idx="41">
                  <c:v>1.0769968891737722</c:v>
                </c:pt>
                <c:pt idx="42">
                  <c:v>1.0930243127862957</c:v>
                </c:pt>
                <c:pt idx="43">
                  <c:v>1.1105623677354874</c:v>
                </c:pt>
                <c:pt idx="44">
                  <c:v>1.1296495656102388</c:v>
                </c:pt>
                <c:pt idx="45">
                  <c:v>1.1503265075504436</c:v>
                </c:pt>
                <c:pt idx="46">
                  <c:v>1.1726355965594681</c:v>
                </c:pt>
                <c:pt idx="47">
                  <c:v>1.1966206966820745</c:v>
                </c:pt>
                <c:pt idx="48">
                  <c:v>1.2223267324373384</c:v>
                </c:pt>
                <c:pt idx="49">
                  <c:v>1.2497992217448457</c:v>
                </c:pt>
                <c:pt idx="50" formatCode="0.000_);[Red]\(0.000\)">
                  <c:v>1.279083735610161</c:v>
                </c:pt>
                <c:pt idx="51" formatCode="0.000_);[Red]\(0.000\)">
                  <c:v>1.3102252780957999</c:v>
                </c:pt>
                <c:pt idx="52" formatCode="0.000_);[Red]\(0.000\)">
                  <c:v>1.3432675806577254</c:v>
                </c:pt>
                <c:pt idx="53" formatCode="0.000_);[Red]\(0.000\)">
                  <c:v>1.3782523058417775</c:v>
                </c:pt>
                <c:pt idx="54" formatCode="0.000_);[Red]\(0.000\)">
                  <c:v>1.4152181566809672</c:v>
                </c:pt>
                <c:pt idx="55" formatCode="0.000_);[Red]\(0.000\)">
                  <c:v>1.4541998899855164</c:v>
                </c:pt>
                <c:pt idx="56" formatCode="0.000_);[Red]\(0.000\)">
                  <c:v>1.4952272341418225</c:v>
                </c:pt>
                <c:pt idx="57" formatCode="0.000_);[Red]\(0.000\)">
                  <c:v>1.5383237150930531</c:v>
                </c:pt>
                <c:pt idx="58" formatCode="0.000_);[Red]\(0.000\)">
                  <c:v>1.5835053979039382</c:v>
                </c:pt>
                <c:pt idx="59" formatCode="0.000_);[Red]\(0.000\)">
                  <c:v>1.6307795557289397</c:v>
                </c:pt>
                <c:pt idx="60" formatCode="0.000_);[Red]\(0.000\)">
                  <c:v>1.6801432830808289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0.98947575498459306</c:v>
                </c:pt>
                <c:pt idx="1">
                  <c:v>0.99503629311791097</c:v>
                </c:pt>
                <c:pt idx="2">
                  <c:v>1.0002078188540366</c:v>
                </c:pt>
                <c:pt idx="3">
                  <c:v>1.0049849460880624</c:v>
                </c:pt>
                <c:pt idx="4">
                  <c:v>1.0093627003336392</c:v>
                </c:pt>
                <c:pt idx="5">
                  <c:v>1.0133365238506242</c:v>
                </c:pt>
                <c:pt idx="6">
                  <c:v>1.0169022802749106</c:v>
                </c:pt>
                <c:pt idx="7">
                  <c:v>1.0200562587632316</c:v>
                </c:pt>
                <c:pt idx="8">
                  <c:v>1.0227951776650523</c:v>
                </c:pt>
                <c:pt idx="9">
                  <c:v>1.0251161877328614</c:v>
                </c:pt>
                <c:pt idx="10">
                  <c:v>1.0270168748811765</c:v>
                </c:pt>
                <c:pt idx="11">
                  <c:v>1.028495262503488</c:v>
                </c:pt>
                <c:pt idx="12">
                  <c:v>1.0295498133551393</c:v>
                </c:pt>
                <c:pt idx="13">
                  <c:v>1.0301794310088077</c:v>
                </c:pt>
                <c:pt idx="14">
                  <c:v>1.030383460887867</c:v>
                </c:pt>
                <c:pt idx="15">
                  <c:v>1.0301616908814175</c:v>
                </c:pt>
                <c:pt idx="16">
                  <c:v>1.0295143515432832</c:v>
                </c:pt>
                <c:pt idx="17">
                  <c:v>1.028442115875706</c:v>
                </c:pt>
                <c:pt idx="18">
                  <c:v>1.026946098696939</c:v>
                </c:pt>
                <c:pt idx="19">
                  <c:v>1.025027855590386</c:v>
                </c:pt>
                <c:pt idx="20">
                  <c:v>1.0226893814314235</c:v>
                </c:pt>
                <c:pt idx="21">
                  <c:v>1.0199331084865788</c:v>
                </c:pt>
                <c:pt idx="22">
                  <c:v>1.016761904078336</c:v>
                </c:pt>
                <c:pt idx="23">
                  <c:v>1.0131790678075183</c:v>
                </c:pt>
                <c:pt idx="24">
                  <c:v>1.0091883283239773</c:v>
                </c:pt>
                <c:pt idx="25">
                  <c:v>1.0047938396352261</c:v>
                </c:pt>
                <c:pt idx="26">
                  <c:v>1.000000176941676</c:v>
                </c:pt>
                <c:pt idx="27">
                  <c:v>0.99481233198632113</c:v>
                </c:pt>
                <c:pt idx="28">
                  <c:v>0.98923570790606563</c:v>
                </c:pt>
                <c:pt idx="29">
                  <c:v>0.98327611357140488</c:v>
                </c:pt>
                <c:pt idx="30">
                  <c:v>0.97693975740089622</c:v>
                </c:pt>
                <c:pt idx="31">
                  <c:v>0.97023324063676997</c:v>
                </c:pt>
                <c:pt idx="32">
                  <c:v>0.96316355006815602</c:v>
                </c:pt>
                <c:pt idx="33">
                  <c:v>0.95573805018878122</c:v>
                </c:pt>
                <c:pt idx="34">
                  <c:v>0.94796447477654411</c:v>
                </c:pt>
                <c:pt idx="35">
                  <c:v>0.93985091788323138</c:v>
                </c:pt>
                <c:pt idx="36">
                  <c:v>0.93140582422367801</c:v>
                </c:pt>
                <c:pt idx="37">
                  <c:v>0.92263797895499511</c:v>
                </c:pt>
                <c:pt idx="38">
                  <c:v>0.9135564968380292</c:v>
                </c:pt>
                <c:pt idx="39">
                  <c:v>0.90417081077501515</c:v>
                </c:pt>
                <c:pt idx="40">
                  <c:v>0.89449065971940844</c:v>
                </c:pt>
                <c:pt idx="41">
                  <c:v>0.88452607595613963</c:v>
                </c:pt>
                <c:pt idx="42">
                  <c:v>0.87428737175301752</c:v>
                </c:pt>
                <c:pt idx="43">
                  <c:v>0.86378512538669971</c:v>
                </c:pt>
                <c:pt idx="44">
                  <c:v>0.85303016654952657</c:v>
                </c:pt>
                <c:pt idx="45">
                  <c:v>0.84203356114659555</c:v>
                </c:pt>
                <c:pt idx="46">
                  <c:v>0.83080659549566915</c:v>
                </c:pt>
                <c:pt idx="47">
                  <c:v>0.81936075994589086</c:v>
                </c:pt>
                <c:pt idx="48">
                  <c:v>0.80770773193476331</c:v>
                </c:pt>
                <c:pt idx="49">
                  <c:v>0.79585935850642309</c:v>
                </c:pt>
                <c:pt idx="50" formatCode="0.000_);[Red]\(0.000\)">
                  <c:v>0.78382763831789715</c:v>
                </c:pt>
                <c:pt idx="51" formatCode="0.000_);[Red]\(0.000\)">
                  <c:v>0.77162470316369158</c:v>
                </c:pt>
                <c:pt idx="52" formatCode="0.000_);[Red]\(0.000\)">
                  <c:v>0.75926279905276073</c:v>
                </c:pt>
                <c:pt idx="53" formatCode="0.000_);[Red]\(0.000\)">
                  <c:v>0.74675426687554836</c:v>
                </c:pt>
                <c:pt idx="54" formatCode="0.000_);[Red]\(0.000\)">
                  <c:v>0.73411152270238922</c:v>
                </c:pt>
                <c:pt idx="55" formatCode="0.000_);[Red]\(0.000\)">
                  <c:v>0.72134703775806053</c:v>
                </c:pt>
                <c:pt idx="56" formatCode="0.000_);[Red]\(0.000\)">
                  <c:v>0.70847331812063086</c:v>
                </c:pt>
                <c:pt idx="57" formatCode="0.000_);[Red]\(0.000\)">
                  <c:v>0.69550288419596507</c:v>
                </c:pt>
                <c:pt idx="58" formatCode="0.000_);[Red]\(0.000\)">
                  <c:v>0.68244825002223897</c:v>
                </c:pt>
                <c:pt idx="59" formatCode="0.000_);[Red]\(0.000\)">
                  <c:v>0.66932190246159151</c:v>
                </c:pt>
                <c:pt idx="60" formatCode="0.000_);[Red]\(0.000\)">
                  <c:v>0.65613628033854599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0.92004626877709939</c:v>
                </c:pt>
                <c:pt idx="1">
                  <c:v>1.0334735857650177</c:v>
                </c:pt>
                <c:pt idx="2">
                  <c:v>0.98050480011631991</c:v>
                </c:pt>
                <c:pt idx="3">
                  <c:v>1.052524184084584</c:v>
                </c:pt>
                <c:pt idx="4">
                  <c:v>0.98276838063947747</c:v>
                </c:pt>
                <c:pt idx="5">
                  <c:v>1.0142749647252773</c:v>
                </c:pt>
                <c:pt idx="6">
                  <c:v>1.0366692651727094</c:v>
                </c:pt>
                <c:pt idx="7">
                  <c:v>1.0283495216175957</c:v>
                </c:pt>
                <c:pt idx="8">
                  <c:v>0.96534099774966253</c:v>
                </c:pt>
                <c:pt idx="9">
                  <c:v>1.0355894915397501</c:v>
                </c:pt>
                <c:pt idx="10">
                  <c:v>0.97112111165537729</c:v>
                </c:pt>
                <c:pt idx="11">
                  <c:v>0.98575031137973834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0.95886980067413385</c:v>
                </c:pt>
                <c:pt idx="1">
                  <c:v>1.0550565687963038</c:v>
                </c:pt>
                <c:pt idx="2">
                  <c:v>1.0142490001091162</c:v>
                </c:pt>
                <c:pt idx="3">
                  <c:v>1.079814342404777</c:v>
                </c:pt>
                <c:pt idx="4">
                  <c:v>1.028616310134602</c:v>
                </c:pt>
                <c:pt idx="5">
                  <c:v>1.0356423744972822</c:v>
                </c:pt>
                <c:pt idx="6">
                  <c:v>1.0522688453588036</c:v>
                </c:pt>
                <c:pt idx="7">
                  <c:v>1.0169099764748808</c:v>
                </c:pt>
                <c:pt idx="8">
                  <c:v>0.95606460435881646</c:v>
                </c:pt>
                <c:pt idx="9">
                  <c:v>1.0277755878447468</c:v>
                </c:pt>
                <c:pt idx="10">
                  <c:v>0.89379522203955009</c:v>
                </c:pt>
                <c:pt idx="11">
                  <c:v>0.8952542580549091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2005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0.86260297378887807</c:v>
                </c:pt>
                <c:pt idx="1">
                  <c:v>1.0129604130215333</c:v>
                </c:pt>
                <c:pt idx="2">
                  <c:v>0.92449752838997312</c:v>
                </c:pt>
                <c:pt idx="3">
                  <c:v>1.004713931478054</c:v>
                </c:pt>
                <c:pt idx="4">
                  <c:v>0.88917152205857919</c:v>
                </c:pt>
                <c:pt idx="5">
                  <c:v>0.97700761447440598</c:v>
                </c:pt>
                <c:pt idx="6">
                  <c:v>1.0112126043374199</c:v>
                </c:pt>
                <c:pt idx="7">
                  <c:v>1.0585210396812581</c:v>
                </c:pt>
                <c:pt idx="8">
                  <c:v>0.97543097126534328</c:v>
                </c:pt>
                <c:pt idx="9">
                  <c:v>1.0548424630172244</c:v>
                </c:pt>
                <c:pt idx="10">
                  <c:v>1.1152370789752528</c:v>
                </c:pt>
                <c:pt idx="11">
                  <c:v>1.1475437610991577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0.47938790749781085</c:v>
                </c:pt>
                <c:pt idx="1">
                  <c:v>0.86807530695222213</c:v>
                </c:pt>
                <c:pt idx="2">
                  <c:v>1.146144959895528</c:v>
                </c:pt>
                <c:pt idx="3">
                  <c:v>1.2209607904416258</c:v>
                </c:pt>
                <c:pt idx="4">
                  <c:v>1.21781260654796</c:v>
                </c:pt>
                <c:pt idx="5">
                  <c:v>1.2433409180112187</c:v>
                </c:pt>
                <c:pt idx="6">
                  <c:v>1.1050846954659617</c:v>
                </c:pt>
                <c:pt idx="7">
                  <c:v>0.92170400100812844</c:v>
                </c:pt>
                <c:pt idx="8">
                  <c:v>0.87993642379900705</c:v>
                </c:pt>
                <c:pt idx="9">
                  <c:v>0.99053885268707598</c:v>
                </c:pt>
                <c:pt idx="10">
                  <c:v>1.1285043841216436</c:v>
                </c:pt>
                <c:pt idx="11">
                  <c:v>1.0484605977683701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0.44690769754774839</c:v>
                </c:pt>
                <c:pt idx="1">
                  <c:v>0.86300572046300994</c:v>
                </c:pt>
                <c:pt idx="2">
                  <c:v>1.0772134512445499</c:v>
                </c:pt>
                <c:pt idx="3">
                  <c:v>1.2663327434221039</c:v>
                </c:pt>
                <c:pt idx="4">
                  <c:v>1.1652677618434861</c:v>
                </c:pt>
                <c:pt idx="5">
                  <c:v>1.2155458311376439</c:v>
                </c:pt>
                <c:pt idx="6">
                  <c:v>1.1654330310193348</c:v>
                </c:pt>
                <c:pt idx="7">
                  <c:v>0.93785710606760908</c:v>
                </c:pt>
                <c:pt idx="8">
                  <c:v>0.89442031556169399</c:v>
                </c:pt>
                <c:pt idx="9">
                  <c:v>1.0154462487030325</c:v>
                </c:pt>
                <c:pt idx="10">
                  <c:v>1.130626383737797</c:v>
                </c:pt>
                <c:pt idx="11">
                  <c:v>1.0698501202187201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0.48425381592956102</c:v>
                </c:pt>
                <c:pt idx="1">
                  <c:v>0.73472024491776233</c:v>
                </c:pt>
                <c:pt idx="2">
                  <c:v>1.1827961816608434</c:v>
                </c:pt>
                <c:pt idx="3">
                  <c:v>1.0593288545071928</c:v>
                </c:pt>
                <c:pt idx="4">
                  <c:v>1.2972419570247016</c:v>
                </c:pt>
                <c:pt idx="5">
                  <c:v>1.3396208903426694</c:v>
                </c:pt>
                <c:pt idx="6">
                  <c:v>1.0524562074294721</c:v>
                </c:pt>
                <c:pt idx="7">
                  <c:v>0.96863220119256543</c:v>
                </c:pt>
                <c:pt idx="8">
                  <c:v>0.89442773728468328</c:v>
                </c:pt>
                <c:pt idx="9">
                  <c:v>0.96510102651889429</c:v>
                </c:pt>
                <c:pt idx="10">
                  <c:v>1.1863792151307875</c:v>
                </c:pt>
                <c:pt idx="11">
                  <c:v>1.1652088057997245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General</c:formatCode>
                <c:ptCount val="61"/>
                <c:pt idx="0">
                  <c:v>1.2517950278178382</c:v>
                </c:pt>
                <c:pt idx="1">
                  <c:v>1.2403981442898933</c:v>
                </c:pt>
                <c:pt idx="2">
                  <c:v>1.2291068538230818</c:v>
                </c:pt>
                <c:pt idx="3">
                  <c:v>1.2179262726162379</c:v>
                </c:pt>
                <c:pt idx="4">
                  <c:v>1.2068613059262951</c:v>
                </c:pt>
                <c:pt idx="5">
                  <c:v>1.1959166467024978</c:v>
                </c:pt>
                <c:pt idx="6">
                  <c:v>1.1850967749667871</c:v>
                </c:pt>
                <c:pt idx="7">
                  <c:v>1.1744059579065691</c:v>
                </c:pt>
                <c:pt idx="8">
                  <c:v>1.1638482506440029</c:v>
                </c:pt>
                <c:pt idx="9">
                  <c:v>1.1534274976442505</c:v>
                </c:pt>
                <c:pt idx="10">
                  <c:v>1.1431473347238372</c:v>
                </c:pt>
                <c:pt idx="11">
                  <c:v>1.1330111916193184</c:v>
                </c:pt>
                <c:pt idx="12">
                  <c:v>1.1230222950758746</c:v>
                </c:pt>
                <c:pt idx="13">
                  <c:v>1.1131836724151758</c:v>
                </c:pt>
                <c:pt idx="14">
                  <c:v>1.103498155541893</c:v>
                </c:pt>
                <c:pt idx="15">
                  <c:v>1.0939683853485493</c:v>
                </c:pt>
                <c:pt idx="16">
                  <c:v>1.084596816478955</c:v>
                </c:pt>
                <c:pt idx="17">
                  <c:v>1.0753857224112642</c:v>
                </c:pt>
                <c:pt idx="18">
                  <c:v>1.066337200822673</c:v>
                </c:pt>
                <c:pt idx="19">
                  <c:v>1.0574531791989417</c:v>
                </c:pt>
                <c:pt idx="20">
                  <c:v>1.0487354206532311</c:v>
                </c:pt>
                <c:pt idx="21">
                  <c:v>1.0401855299201821</c:v>
                </c:pt>
                <c:pt idx="22">
                  <c:v>1.0318049594927052</c:v>
                </c:pt>
                <c:pt idx="23">
                  <c:v>1.0235950158705693</c:v>
                </c:pt>
                <c:pt idx="24">
                  <c:v>1.0155568658915588</c:v>
                </c:pt>
                <c:pt idx="25">
                  <c:v>1.0076915431176947</c:v>
                </c:pt>
                <c:pt idx="26">
                  <c:v>0.99999995425076127</c:v>
                </c:pt>
                <c:pt idx="27">
                  <c:v>0.99248288555313513</c:v>
                </c:pt>
                <c:pt idx="28">
                  <c:v>0.98514100925167514</c:v>
                </c:pt>
                <c:pt idx="29">
                  <c:v>0.97797488990414605</c:v>
                </c:pt>
                <c:pt idx="30">
                  <c:v>0.97098499070936806</c:v>
                </c:pt>
                <c:pt idx="31">
                  <c:v>0.96417167974393447</c:v>
                </c:pt>
                <c:pt idx="32">
                  <c:v>0.9575352361099555</c:v>
                </c:pt>
                <c:pt idx="33">
                  <c:v>0.95107585597984123</c:v>
                </c:pt>
                <c:pt idx="34">
                  <c:v>0.94479365852563169</c:v>
                </c:pt>
                <c:pt idx="35">
                  <c:v>0.93868869172180314</c:v>
                </c:pt>
                <c:pt idx="36">
                  <c:v>0.93276093801183957</c:v>
                </c:pt>
                <c:pt idx="37">
                  <c:v>0.9270103198301306</c:v>
                </c:pt>
                <c:pt idx="38">
                  <c:v>0.92143670497196817</c:v>
                </c:pt>
                <c:pt idx="39">
                  <c:v>0.91603991180553779</c:v>
                </c:pt>
                <c:pt idx="40">
                  <c:v>0.91081971432084352</c:v>
                </c:pt>
                <c:pt idx="41">
                  <c:v>0.90577584701148628</c:v>
                </c:pt>
                <c:pt idx="42">
                  <c:v>0.90090800958610162</c:v>
                </c:pt>
                <c:pt idx="43">
                  <c:v>0.8962158715070857</c:v>
                </c:pt>
                <c:pt idx="44">
                  <c:v>0.89169907635498014</c:v>
                </c:pt>
                <c:pt idx="45">
                  <c:v>0.88735724601756405</c:v>
                </c:pt>
                <c:pt idx="46">
                  <c:v>0.8831899847033029</c:v>
                </c:pt>
                <c:pt idx="47">
                  <c:v>0.87919688277934183</c:v>
                </c:pt>
                <c:pt idx="48">
                  <c:v>0.87537752043470296</c:v>
                </c:pt>
                <c:pt idx="49">
                  <c:v>0.87173147116976624</c:v>
                </c:pt>
                <c:pt idx="50" formatCode="0.000_);[Red]\(0.000\)">
                  <c:v>0.86825830511345647</c:v>
                </c:pt>
                <c:pt idx="51" formatCode="0.000_);[Red]\(0.000\)">
                  <c:v>0.86495759216987067</c:v>
                </c:pt>
                <c:pt idx="52" formatCode="0.000_);[Red]\(0.000\)">
                  <c:v>0.86182890499632003</c:v>
                </c:pt>
                <c:pt idx="53" formatCode="0.000_);[Red]\(0.000\)">
                  <c:v>0.85887182181496458</c:v>
                </c:pt>
                <c:pt idx="54" formatCode="0.000_);[Red]\(0.000\)">
                  <c:v>0.85608592906037284</c:v>
                </c:pt>
                <c:pt idx="55" formatCode="0.000_);[Red]\(0.000\)">
                  <c:v>0.85347082386544559</c:v>
                </c:pt>
                <c:pt idx="56" formatCode="0.000_);[Red]\(0.000\)">
                  <c:v>0.85102611638822101</c:v>
                </c:pt>
                <c:pt idx="57" formatCode="0.000_);[Red]\(0.000\)">
                  <c:v>0.84875143198211134</c:v>
                </c:pt>
                <c:pt idx="58" formatCode="0.000_);[Red]\(0.000\)">
                  <c:v>0.84664641321211909</c:v>
                </c:pt>
                <c:pt idx="59" formatCode="0.000_);[Red]\(0.000\)">
                  <c:v>0.84471072171955752</c:v>
                </c:pt>
                <c:pt idx="60" formatCode="0.000_);[Red]\(0.000\)">
                  <c:v>0.84294403993773659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1.318169648921099</c:v>
                </c:pt>
                <c:pt idx="1">
                  <c:v>1.3017245816467833</c:v>
                </c:pt>
                <c:pt idx="2">
                  <c:v>1.2854981770508587</c:v>
                </c:pt>
                <c:pt idx="3">
                  <c:v>1.2695114204855451</c:v>
                </c:pt>
                <c:pt idx="4">
                  <c:v>1.2537841970394588</c:v>
                </c:pt>
                <c:pt idx="5">
                  <c:v>1.2383352647230932</c:v>
                </c:pt>
                <c:pt idx="6">
                  <c:v>1.2231822383962354</c:v>
                </c:pt>
                <c:pt idx="7">
                  <c:v>1.2083415838137312</c:v>
                </c:pt>
                <c:pt idx="8">
                  <c:v>1.193828621081231</c:v>
                </c:pt>
                <c:pt idx="9">
                  <c:v>1.1796575367483868</c:v>
                </c:pt>
                <c:pt idx="10">
                  <c:v>1.1658414037224791</c:v>
                </c:pt>
                <c:pt idx="11">
                  <c:v>1.1523922081592766</c:v>
                </c:pt>
                <c:pt idx="12">
                  <c:v>1.1393208824784311</c:v>
                </c:pt>
                <c:pt idx="13">
                  <c:v>1.1266373436560384</c:v>
                </c:pt>
                <c:pt idx="14">
                  <c:v>1.1143505359651475</c:v>
                </c:pt>
                <c:pt idx="15">
                  <c:v>1.102468477364011</c:v>
                </c:pt>
                <c:pt idx="16">
                  <c:v>1.0909983087696591</c:v>
                </c:pt>
                <c:pt idx="17">
                  <c:v>1.0799463454990763</c:v>
                </c:pt>
                <c:pt idx="18">
                  <c:v>1.069318130210017</c:v>
                </c:pt>
                <c:pt idx="19">
                  <c:v>1.0591184867266392</c:v>
                </c:pt>
                <c:pt idx="20">
                  <c:v>1.0493515741901969</c:v>
                </c:pt>
                <c:pt idx="21">
                  <c:v>1.0400209410306172</c:v>
                </c:pt>
                <c:pt idx="22">
                  <c:v>1.0311295783098804</c:v>
                </c:pt>
                <c:pt idx="23">
                  <c:v>1.0226799720416349</c:v>
                </c:pt>
                <c:pt idx="24">
                  <c:v>1.0146741541427535</c:v>
                </c:pt>
                <c:pt idx="25">
                  <c:v>1.0071137517209037</c:v>
                </c:pt>
                <c:pt idx="26">
                  <c:v>1.0000000344472366</c:v>
                </c:pt>
                <c:pt idx="27">
                  <c:v>0.99333395980467909</c:v>
                </c:pt>
                <c:pt idx="28">
                  <c:v>0.98711621603983191</c:v>
                </c:pt>
                <c:pt idx="29">
                  <c:v>0.98134726268008587</c:v>
                </c:pt>
                <c:pt idx="30">
                  <c:v>0.9760273685072175</c:v>
                </c:pt>
                <c:pt idx="31">
                  <c:v>0.97115664690453773</c:v>
                </c:pt>
                <c:pt idx="32">
                  <c:v>0.96673508851675161</c:v>
                </c:pt>
                <c:pt idx="33">
                  <c:v>0.9627625911802361</c:v>
                </c:pt>
                <c:pt idx="34">
                  <c:v>0.95923898709667366</c:v>
                </c:pt>
                <c:pt idx="35">
                  <c:v>0.95616406723514336</c:v>
                </c:pt>
                <c:pt idx="36">
                  <c:v>0.9535376029571363</c:v>
                </c:pt>
                <c:pt idx="37">
                  <c:v>0.95135936486578743</c:v>
                </c:pt>
                <c:pt idx="38">
                  <c:v>0.94962913888522482</c:v>
                </c:pt>
                <c:pt idx="39">
                  <c:v>0.94834673957857774</c:v>
                </c:pt>
                <c:pt idx="40">
                  <c:v>0.94751202071417295</c:v>
                </c:pt>
                <c:pt idx="41">
                  <c:v>0.94712488308907183</c:v>
                </c:pt>
                <c:pt idx="42">
                  <c:v>0.94718527961762322</c:v>
                </c:pt>
                <c:pt idx="43">
                  <c:v>0.94769321769044368</c:v>
                </c:pt>
                <c:pt idx="44">
                  <c:v>0.94864875880644284</c:v>
                </c:pt>
                <c:pt idx="45">
                  <c:v>0.95005201547748108</c:v>
                </c:pt>
                <c:pt idx="46">
                  <c:v>0.95190314540225218</c:v>
                </c:pt>
                <c:pt idx="47">
                  <c:v>0.95420234290330652</c:v>
                </c:pt>
                <c:pt idx="48">
                  <c:v>0.95694982761904757</c:v>
                </c:pt>
                <c:pt idx="49">
                  <c:v>0.96014583044133051</c:v>
                </c:pt>
                <c:pt idx="50" formatCode="0.000_);[Red]\(0.000\)">
                  <c:v>0.96379057668925483</c:v>
                </c:pt>
                <c:pt idx="51" formatCode="0.000_);[Red]\(0.000\)">
                  <c:v>0.96788426651114212</c:v>
                </c:pt>
                <c:pt idx="52" formatCode="0.000_);[Red]\(0.000\)">
                  <c:v>0.97242705250984218</c:v>
                </c:pt>
                <c:pt idx="53" formatCode="0.000_);[Red]\(0.000\)">
                  <c:v>0.97741901459168268</c:v>
                </c:pt>
                <c:pt idx="54" formatCode="0.000_);[Red]\(0.000\)">
                  <c:v>0.98286013204686262</c:v>
                </c:pt>
                <c:pt idx="55" formatCode="0.000_);[Red]\(0.000\)">
                  <c:v>0.98875025287918539</c:v>
                </c:pt>
                <c:pt idx="56" formatCode="0.000_);[Red]\(0.000\)">
                  <c:v>0.99508906041598932</c:v>
                </c:pt>
                <c:pt idx="57" formatCode="0.000_);[Red]\(0.000\)">
                  <c:v>1.0018760372452402</c:v>
                </c:pt>
                <c:pt idx="58" formatCode="0.000_);[Red]\(0.000\)">
                  <c:v>1.0091104265462327</c:v>
                </c:pt>
                <c:pt idx="59" formatCode="0.000_);[Red]\(0.000\)">
                  <c:v>1.0167911909034166</c:v>
                </c:pt>
                <c:pt idx="60" formatCode="0.000_);[Red]\(0.000\)">
                  <c:v>1.0249169687197102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1.2393511835862681</c:v>
                </c:pt>
                <c:pt idx="1">
                  <c:v>1.2300719725151315</c:v>
                </c:pt>
                <c:pt idx="2">
                  <c:v>1.2207862830670193</c:v>
                </c:pt>
                <c:pt idx="3">
                  <c:v>1.2114957041825496</c:v>
                </c:pt>
                <c:pt idx="4">
                  <c:v>1.2022018214520784</c:v>
                </c:pt>
                <c:pt idx="5">
                  <c:v>1.1929062160384321</c:v>
                </c:pt>
                <c:pt idx="6">
                  <c:v>1.183610463611225</c:v>
                </c:pt>
                <c:pt idx="7">
                  <c:v>1.1743161332942433</c:v>
                </c:pt>
                <c:pt idx="8">
                  <c:v>1.1650247866273191</c:v>
                </c:pt>
                <c:pt idx="9">
                  <c:v>1.1557379765440829</c:v>
                </c:pt>
                <c:pt idx="10">
                  <c:v>1.1464572463669407</c:v>
                </c:pt>
                <c:pt idx="11">
                  <c:v>1.1371841288205624</c:v>
                </c:pt>
                <c:pt idx="12">
                  <c:v>1.1279201450651342</c:v>
                </c:pt>
                <c:pt idx="13">
                  <c:v>1.1186668037505567</c:v>
                </c:pt>
                <c:pt idx="14">
                  <c:v>1.1094256000927265</c:v>
                </c:pt>
                <c:pt idx="15">
                  <c:v>1.1001980149729771</c:v>
                </c:pt>
                <c:pt idx="16">
                  <c:v>1.0909855140617015</c:v>
                </c:pt>
                <c:pt idx="17">
                  <c:v>1.0817895469671019</c:v>
                </c:pt>
                <c:pt idx="18">
                  <c:v>1.0726115464099746</c:v>
                </c:pt>
                <c:pt idx="19">
                  <c:v>1.0634529274253495</c:v>
                </c:pt>
                <c:pt idx="20">
                  <c:v>1.0543150865917579</c:v>
                </c:pt>
                <c:pt idx="21">
                  <c:v>1.0451994012888259</c:v>
                </c:pt>
                <c:pt idx="22">
                  <c:v>1.0361072289838329</c:v>
                </c:pt>
                <c:pt idx="23">
                  <c:v>1.0270399065478022</c:v>
                </c:pt>
                <c:pt idx="24">
                  <c:v>1.0179987496016281</c:v>
                </c:pt>
                <c:pt idx="25">
                  <c:v>1.0089850518926813</c:v>
                </c:pt>
                <c:pt idx="26">
                  <c:v>1.000000084702259</c:v>
                </c:pt>
                <c:pt idx="27">
                  <c:v>0.99104509628419302</c:v>
                </c:pt>
                <c:pt idx="28">
                  <c:v>0.98212131133485692</c:v>
                </c:pt>
                <c:pt idx="29">
                  <c:v>0.97322993049475037</c:v>
                </c:pt>
                <c:pt idx="30">
                  <c:v>0.96437212988178267</c:v>
                </c:pt>
                <c:pt idx="31">
                  <c:v>0.95554906065630563</c:v>
                </c:pt>
                <c:pt idx="32">
                  <c:v>0.94676184861789625</c:v>
                </c:pt>
                <c:pt idx="33">
                  <c:v>0.93801159383382593</c:v>
                </c:pt>
                <c:pt idx="34">
                  <c:v>0.9292993702990956</c:v>
                </c:pt>
                <c:pt idx="35">
                  <c:v>0.92062622562786467</c:v>
                </c:pt>
                <c:pt idx="36">
                  <c:v>0.9119931807760443</c:v>
                </c:pt>
                <c:pt idx="37">
                  <c:v>0.90340122979477644</c:v>
                </c:pt>
                <c:pt idx="38">
                  <c:v>0.89485133961447361</c:v>
                </c:pt>
                <c:pt idx="39">
                  <c:v>0.88634444985903915</c:v>
                </c:pt>
                <c:pt idx="40">
                  <c:v>0.87788147268985073</c:v>
                </c:pt>
                <c:pt idx="41">
                  <c:v>0.86946329267904632</c:v>
                </c:pt>
                <c:pt idx="42">
                  <c:v>0.86109076671160334</c:v>
                </c:pt>
                <c:pt idx="43">
                  <c:v>0.85276472391567526</c:v>
                </c:pt>
                <c:pt idx="44">
                  <c:v>0.84448596562060718</c:v>
                </c:pt>
                <c:pt idx="45">
                  <c:v>0.83625526534201766</c:v>
                </c:pt>
                <c:pt idx="46">
                  <c:v>0.82807336879330995</c:v>
                </c:pt>
                <c:pt idx="47">
                  <c:v>0.81994099392293929</c:v>
                </c:pt>
                <c:pt idx="48">
                  <c:v>0.81185883097674227</c:v>
                </c:pt>
                <c:pt idx="49">
                  <c:v>0.80382754258461098</c:v>
                </c:pt>
                <c:pt idx="50" formatCode="0.000_);[Red]\(0.000\)">
                  <c:v>0.79584776387076706</c:v>
                </c:pt>
                <c:pt idx="51" formatCode="0.000_);[Red]\(0.000\)">
                  <c:v>0.78792010258688117</c:v>
                </c:pt>
                <c:pt idx="52" formatCode="0.000_);[Red]\(0.000\)">
                  <c:v>0.78004513926725783</c:v>
                </c:pt>
                <c:pt idx="53" formatCode="0.000_);[Red]\(0.000\)">
                  <c:v>0.7722234274052997</c:v>
                </c:pt>
                <c:pt idx="54" formatCode="0.000_);[Red]\(0.000\)">
                  <c:v>0.76445549365044441</c:v>
                </c:pt>
                <c:pt idx="55" formatCode="0.000_);[Red]\(0.000\)">
                  <c:v>0.75674183802476636</c:v>
                </c:pt>
                <c:pt idx="56" formatCode="0.000_);[Red]\(0.000\)">
                  <c:v>0.7490829341584182</c:v>
                </c:pt>
                <c:pt idx="57" formatCode="0.000_);[Red]\(0.000\)">
                  <c:v>0.74147922954309398</c:v>
                </c:pt>
                <c:pt idx="58" formatCode="0.000_);[Red]\(0.000\)">
                  <c:v>0.73393114580267449</c:v>
                </c:pt>
                <c:pt idx="59" formatCode="0.000_);[Red]\(0.000\)">
                  <c:v>0.72643907898023496</c:v>
                </c:pt>
                <c:pt idx="60" formatCode="0.000_);[Red]\(0.000\)">
                  <c:v>0.71900339984057349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 val="autoZero"/>
        <c:auto val="1"/>
        <c:lblAlgn val="ctr"/>
        <c:lblOffset val="100"/>
        <c:noMultiLvlLbl val="0"/>
      </c:catAx>
      <c:valAx>
        <c:axId val="100706560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0500220458553793"/>
          <c:w val="0.85671735360810997"/>
          <c:h val="0.57475793650793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0.76068961440510197</c:v>
                </c:pt>
                <c:pt idx="1">
                  <c:v>0.85528333420809266</c:v>
                </c:pt>
                <c:pt idx="2">
                  <c:v>0.97222238627509883</c:v>
                </c:pt>
                <c:pt idx="3">
                  <c:v>1.0089464956405791</c:v>
                </c:pt>
                <c:pt idx="4">
                  <c:v>1.0064569390699827</c:v>
                </c:pt>
                <c:pt idx="5">
                  <c:v>1.0795370749306068</c:v>
                </c:pt>
                <c:pt idx="6">
                  <c:v>1.0265265790338987</c:v>
                </c:pt>
                <c:pt idx="7">
                  <c:v>1.040952333458385</c:v>
                </c:pt>
                <c:pt idx="8">
                  <c:v>1.0024688245273106</c:v>
                </c:pt>
                <c:pt idx="9">
                  <c:v>0.97272448179738069</c:v>
                </c:pt>
                <c:pt idx="10">
                  <c:v>1.0693070374793376</c:v>
                </c:pt>
                <c:pt idx="11">
                  <c:v>1.209350463383019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0.68791299191140243</c:v>
                </c:pt>
                <c:pt idx="1">
                  <c:v>0.91833428731077227</c:v>
                </c:pt>
                <c:pt idx="2">
                  <c:v>1.020410941668449</c:v>
                </c:pt>
                <c:pt idx="3">
                  <c:v>0.92687414322585393</c:v>
                </c:pt>
                <c:pt idx="4">
                  <c:v>1.0255353804570948</c:v>
                </c:pt>
                <c:pt idx="5">
                  <c:v>1.0547825363120122</c:v>
                </c:pt>
                <c:pt idx="6">
                  <c:v>1.0310741037080768</c:v>
                </c:pt>
                <c:pt idx="7">
                  <c:v>1.0748636961056444</c:v>
                </c:pt>
                <c:pt idx="8">
                  <c:v>0.95212601329338664</c:v>
                </c:pt>
                <c:pt idx="9">
                  <c:v>0.9755056412718629</c:v>
                </c:pt>
                <c:pt idx="10">
                  <c:v>1.1434653596761859</c:v>
                </c:pt>
                <c:pt idx="11">
                  <c:v>1.1950799991049215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0.83916319901242631</c:v>
                </c:pt>
                <c:pt idx="1">
                  <c:v>0.80625192217026798</c:v>
                </c:pt>
                <c:pt idx="2">
                  <c:v>0.92749921258266355</c:v>
                </c:pt>
                <c:pt idx="3">
                  <c:v>1.0953554054823338</c:v>
                </c:pt>
                <c:pt idx="4">
                  <c:v>0.99812314607421537</c:v>
                </c:pt>
                <c:pt idx="5">
                  <c:v>1.1184939953486506</c:v>
                </c:pt>
                <c:pt idx="6">
                  <c:v>1.0346810737434919</c:v>
                </c:pt>
                <c:pt idx="7">
                  <c:v>1.0146901077942658</c:v>
                </c:pt>
                <c:pt idx="8">
                  <c:v>1.0639015451226934</c:v>
                </c:pt>
                <c:pt idx="9">
                  <c:v>0.96185214331409885</c:v>
                </c:pt>
                <c:pt idx="10">
                  <c:v>0.95856249019191109</c:v>
                </c:pt>
                <c:pt idx="11">
                  <c:v>1.1890594598962008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 val="autoZero"/>
        <c:auto val="1"/>
        <c:lblAlgn val="ctr"/>
        <c:lblOffset val="100"/>
        <c:noMultiLvlLbl val="0"/>
      </c:catAx>
      <c:valAx>
        <c:axId val="100708864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7779761904761904"/>
          <c:w val="0.88715184264536162"/>
          <c:h val="0.60554276895943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Sheet1!$B$1:$E$1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1.130653992692521</c:v>
                </c:pt>
                <c:pt idx="1">
                  <c:v>1.0136260583417633</c:v>
                </c:pt>
                <c:pt idx="2">
                  <c:v>0.94463186875189786</c:v>
                </c:pt>
                <c:pt idx="3">
                  <c:v>0.91110120257147409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D1-4C4C-9147-695FA1B6324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Sheet1!$B$1:$E$1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1.1492260245450714</c:v>
                </c:pt>
                <c:pt idx="1">
                  <c:v>1.0087890630027445</c:v>
                </c:pt>
                <c:pt idx="2">
                  <c:v>0.94467465517580462</c:v>
                </c:pt>
                <c:pt idx="3">
                  <c:v>0.89632279403101989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D1-4C4C-9147-695FA1B6324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Sheet1!$B$1:$E$1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Sheet1!$B$4:$E$4</c:f>
              <c:numCache>
                <c:formatCode>General</c:formatCode>
                <c:ptCount val="4"/>
                <c:pt idx="0">
                  <c:v>1.1118732876463759</c:v>
                </c:pt>
                <c:pt idx="1">
                  <c:v>1.0200609630858519</c:v>
                </c:pt>
                <c:pt idx="2">
                  <c:v>0.94389533767089406</c:v>
                </c:pt>
                <c:pt idx="3">
                  <c:v>0.92500601023734907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D1-4C4C-9147-695FA1B632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 val="autoZero"/>
        <c:auto val="1"/>
        <c:lblAlgn val="ctr"/>
        <c:lblOffset val="100"/>
        <c:noMultiLvlLbl val="0"/>
      </c:catAx>
      <c:valAx>
        <c:axId val="100707136"/>
        <c:scaling>
          <c:orientation val="minMax"/>
          <c:max val="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Sheet1!$B$2:$BJ$2</c:f>
              <c:numCache>
                <c:formatCode>0.00000</c:formatCode>
                <c:ptCount val="61"/>
                <c:pt idx="0">
                  <c:v>0.28974399999999889</c:v>
                </c:pt>
                <c:pt idx="1">
                  <c:v>0.20687500000000369</c:v>
                </c:pt>
                <c:pt idx="2">
                  <c:v>0.1297439999999952</c:v>
                </c:pt>
                <c:pt idx="3">
                  <c:v>5.8351000000001818E-2</c:v>
                </c:pt>
                <c:pt idx="4">
                  <c:v>-7.3039999999977567E-3</c:v>
                </c:pt>
                <c:pt idx="5">
                  <c:v>-6.7221000000003528E-2</c:v>
                </c:pt>
                <c:pt idx="6">
                  <c:v>-0.12140000000000128</c:v>
                </c:pt>
                <c:pt idx="7">
                  <c:v>-0.16984100000000524</c:v>
                </c:pt>
                <c:pt idx="8">
                  <c:v>-0.21254400000000118</c:v>
                </c:pt>
                <c:pt idx="9">
                  <c:v>-0.24950900000000331</c:v>
                </c:pt>
                <c:pt idx="10">
                  <c:v>-0.28073599999999743</c:v>
                </c:pt>
                <c:pt idx="11">
                  <c:v>-0.30622499999999775</c:v>
                </c:pt>
                <c:pt idx="12">
                  <c:v>-0.32597600000000426</c:v>
                </c:pt>
                <c:pt idx="13">
                  <c:v>-0.33998899999999566</c:v>
                </c:pt>
                <c:pt idx="14">
                  <c:v>-0.34826400000000035</c:v>
                </c:pt>
                <c:pt idx="15">
                  <c:v>-0.35080099999999703</c:v>
                </c:pt>
                <c:pt idx="16">
                  <c:v>-0.34759999999999991</c:v>
                </c:pt>
                <c:pt idx="17">
                  <c:v>-0.33866100000000188</c:v>
                </c:pt>
                <c:pt idx="18">
                  <c:v>-0.32398399999999583</c:v>
                </c:pt>
                <c:pt idx="19">
                  <c:v>-0.30356900000000309</c:v>
                </c:pt>
                <c:pt idx="20">
                  <c:v>-0.27741599999999522</c:v>
                </c:pt>
                <c:pt idx="21">
                  <c:v>-0.24552500000000066</c:v>
                </c:pt>
                <c:pt idx="22">
                  <c:v>-0.20789599999999808</c:v>
                </c:pt>
                <c:pt idx="23">
                  <c:v>-0.1645290000000017</c:v>
                </c:pt>
                <c:pt idx="24">
                  <c:v>-0.11542399999999731</c:v>
                </c:pt>
                <c:pt idx="25">
                  <c:v>-6.0581000000006213E-2</c:v>
                </c:pt>
                <c:pt idx="26">
                  <c:v>0</c:v>
                </c:pt>
                <c:pt idx="27">
                  <c:v>6.6319000000000017E-2</c:v>
                </c:pt>
                <c:pt idx="28">
                  <c:v>0.13837600000000094</c:v>
                </c:pt>
                <c:pt idx="29">
                  <c:v>0.21617100000000278</c:v>
                </c:pt>
                <c:pt idx="30">
                  <c:v>0.29970399999999842</c:v>
                </c:pt>
                <c:pt idx="31">
                  <c:v>0.38897500000000207</c:v>
                </c:pt>
                <c:pt idx="32">
                  <c:v>0.48398399999999953</c:v>
                </c:pt>
                <c:pt idx="33">
                  <c:v>0.58473099999999789</c:v>
                </c:pt>
                <c:pt idx="34">
                  <c:v>0.69121599999999717</c:v>
                </c:pt>
                <c:pt idx="35">
                  <c:v>0.80343899999999735</c:v>
                </c:pt>
                <c:pt idx="36">
                  <c:v>0.92140000000000555</c:v>
                </c:pt>
                <c:pt idx="37">
                  <c:v>1.0450990000000004</c:v>
                </c:pt>
                <c:pt idx="38">
                  <c:v>1.1745360000000034</c:v>
                </c:pt>
                <c:pt idx="39">
                  <c:v>1.3097110000000001</c:v>
                </c:pt>
                <c:pt idx="40">
                  <c:v>1.4506239999999977</c:v>
                </c:pt>
                <c:pt idx="41">
                  <c:v>1.5972749999999962</c:v>
                </c:pt>
                <c:pt idx="42">
                  <c:v>1.7496640000000028</c:v>
                </c:pt>
                <c:pt idx="43">
                  <c:v>1.9077910000000031</c:v>
                </c:pt>
                <c:pt idx="44">
                  <c:v>2.0716559999999973</c:v>
                </c:pt>
                <c:pt idx="45">
                  <c:v>2.2412589999999994</c:v>
                </c:pt>
                <c:pt idx="46">
                  <c:v>2.4165999999999954</c:v>
                </c:pt>
                <c:pt idx="47">
                  <c:v>2.5976789999999994</c:v>
                </c:pt>
                <c:pt idx="48">
                  <c:v>2.7844959999999972</c:v>
                </c:pt>
                <c:pt idx="49">
                  <c:v>2.977051000000003</c:v>
                </c:pt>
                <c:pt idx="50">
                  <c:v>3.1753440000000026</c:v>
                </c:pt>
                <c:pt idx="51">
                  <c:v>3.3793750000000031</c:v>
                </c:pt>
                <c:pt idx="52">
                  <c:v>3.5891440000000046</c:v>
                </c:pt>
                <c:pt idx="53">
                  <c:v>3.8046509999999998</c:v>
                </c:pt>
                <c:pt idx="54">
                  <c:v>4.025896000000003</c:v>
                </c:pt>
                <c:pt idx="55">
                  <c:v>4.2528790000000001</c:v>
                </c:pt>
                <c:pt idx="56">
                  <c:v>4.485599999999998</c:v>
                </c:pt>
                <c:pt idx="57">
                  <c:v>4.7240589999999969</c:v>
                </c:pt>
                <c:pt idx="58">
                  <c:v>4.9682559999999967</c:v>
                </c:pt>
                <c:pt idx="59">
                  <c:v>5.2181910000000045</c:v>
                </c:pt>
                <c:pt idx="60">
                  <c:v>5.473863999999999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A9-418E-A887-AC0105E53FF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Sheet1!$B$3:$BJ$3</c:f>
              <c:numCache>
                <c:formatCode>General</c:formatCode>
                <c:ptCount val="61"/>
                <c:pt idx="0">
                  <c:v>0.26285999999999632</c:v>
                </c:pt>
                <c:pt idx="1">
                  <c:v>0.16049999999999898</c:v>
                </c:pt>
                <c:pt idx="2">
                  <c:v>6.5519999999999357E-2</c:v>
                </c:pt>
                <c:pt idx="3">
                  <c:v>-2.2079999999995437E-2</c:v>
                </c:pt>
                <c:pt idx="4">
                  <c:v>-0.10229999999999961</c:v>
                </c:pt>
                <c:pt idx="5">
                  <c:v>-0.17513999999999896</c:v>
                </c:pt>
                <c:pt idx="6">
                  <c:v>-0.24060000000000059</c:v>
                </c:pt>
                <c:pt idx="7">
                  <c:v>-0.29867999999999739</c:v>
                </c:pt>
                <c:pt idx="8">
                  <c:v>-0.34937999999999647</c:v>
                </c:pt>
                <c:pt idx="9">
                  <c:v>-0.39270000000000493</c:v>
                </c:pt>
                <c:pt idx="10">
                  <c:v>-0.42864000000000146</c:v>
                </c:pt>
                <c:pt idx="11">
                  <c:v>-0.45720000000000027</c:v>
                </c:pt>
                <c:pt idx="12">
                  <c:v>-0.47838000000000136</c:v>
                </c:pt>
                <c:pt idx="13">
                  <c:v>-0.49217999999999762</c:v>
                </c:pt>
                <c:pt idx="14">
                  <c:v>-0.49860000000000326</c:v>
                </c:pt>
                <c:pt idx="15">
                  <c:v>-0.49764000000000408</c:v>
                </c:pt>
                <c:pt idx="16">
                  <c:v>-0.48930000000000007</c:v>
                </c:pt>
                <c:pt idx="17">
                  <c:v>-0.47357999999999834</c:v>
                </c:pt>
                <c:pt idx="18">
                  <c:v>-0.45047999999999888</c:v>
                </c:pt>
                <c:pt idx="19">
                  <c:v>-0.42000000000000171</c:v>
                </c:pt>
                <c:pt idx="20">
                  <c:v>-0.3821399999999997</c:v>
                </c:pt>
                <c:pt idx="21">
                  <c:v>-0.33689999999999998</c:v>
                </c:pt>
                <c:pt idx="22">
                  <c:v>-0.28427999999999543</c:v>
                </c:pt>
                <c:pt idx="23">
                  <c:v>-0.22428000000000026</c:v>
                </c:pt>
                <c:pt idx="24">
                  <c:v>-0.15690000000000026</c:v>
                </c:pt>
                <c:pt idx="25">
                  <c:v>-8.2140000000002544E-2</c:v>
                </c:pt>
                <c:pt idx="26">
                  <c:v>0</c:v>
                </c:pt>
                <c:pt idx="27">
                  <c:v>8.9520000000000266E-2</c:v>
                </c:pt>
                <c:pt idx="28">
                  <c:v>0.18642000000000536</c:v>
                </c:pt>
                <c:pt idx="29">
                  <c:v>0.29069999999999396</c:v>
                </c:pt>
                <c:pt idx="30">
                  <c:v>0.40236000000000161</c:v>
                </c:pt>
                <c:pt idx="31">
                  <c:v>0.52139999999999986</c:v>
                </c:pt>
                <c:pt idx="32">
                  <c:v>0.64782000000000295</c:v>
                </c:pt>
                <c:pt idx="33">
                  <c:v>0.78162000000000376</c:v>
                </c:pt>
                <c:pt idx="34">
                  <c:v>0.92279999999999518</c:v>
                </c:pt>
                <c:pt idx="35">
                  <c:v>1.0713599999999985</c:v>
                </c:pt>
                <c:pt idx="36">
                  <c:v>1.2272999999999996</c:v>
                </c:pt>
                <c:pt idx="37">
                  <c:v>1.3906199999999984</c:v>
                </c:pt>
                <c:pt idx="38">
                  <c:v>1.561320000000002</c:v>
                </c:pt>
                <c:pt idx="39">
                  <c:v>1.7393999999999963</c:v>
                </c:pt>
                <c:pt idx="40">
                  <c:v>1.9248599999999954</c:v>
                </c:pt>
                <c:pt idx="41">
                  <c:v>2.1176999999999992</c:v>
                </c:pt>
                <c:pt idx="42">
                  <c:v>2.3179200000000009</c:v>
                </c:pt>
                <c:pt idx="43">
                  <c:v>2.5255200000000002</c:v>
                </c:pt>
                <c:pt idx="44">
                  <c:v>2.7404999999999973</c:v>
                </c:pt>
                <c:pt idx="45">
                  <c:v>2.9628599999999992</c:v>
                </c:pt>
                <c:pt idx="46">
                  <c:v>3.1925999999999988</c:v>
                </c:pt>
                <c:pt idx="47">
                  <c:v>3.4297200000000032</c:v>
                </c:pt>
                <c:pt idx="48">
                  <c:v>3.6742200000000054</c:v>
                </c:pt>
                <c:pt idx="49">
                  <c:v>3.9260999999999981</c:v>
                </c:pt>
                <c:pt idx="50">
                  <c:v>4.1853599999999958</c:v>
                </c:pt>
                <c:pt idx="51">
                  <c:v>4.4519999999999982</c:v>
                </c:pt>
                <c:pt idx="52">
                  <c:v>4.7260199999999983</c:v>
                </c:pt>
                <c:pt idx="53">
                  <c:v>5.0074200000000033</c:v>
                </c:pt>
                <c:pt idx="54">
                  <c:v>5.296200000000006</c:v>
                </c:pt>
                <c:pt idx="55">
                  <c:v>5.5923599999999993</c:v>
                </c:pt>
                <c:pt idx="56">
                  <c:v>5.8958999999999975</c:v>
                </c:pt>
                <c:pt idx="57">
                  <c:v>6.2068200000000004</c:v>
                </c:pt>
                <c:pt idx="58">
                  <c:v>6.5251200000000011</c:v>
                </c:pt>
                <c:pt idx="59">
                  <c:v>6.8507999999999996</c:v>
                </c:pt>
                <c:pt idx="60">
                  <c:v>7.1838599999999957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A9-418E-A887-AC0105E53FF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none"/>
          </c:marker>
          <c:cat>
            <c:strRef>
              <c:f>Sheet1!$B$1:$BJ$1</c:f>
              <c:strCache>
                <c:ptCount val="61"/>
                <c:pt idx="0">
                  <c:v>19</c:v>
                </c:pt>
                <c:pt idx="1">
                  <c:v>20</c:v>
                </c:pt>
                <c:pt idx="2">
                  <c:v>21</c:v>
                </c:pt>
                <c:pt idx="3">
                  <c:v>22</c:v>
                </c:pt>
                <c:pt idx="4">
                  <c:v>23</c:v>
                </c:pt>
                <c:pt idx="5">
                  <c:v>24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28</c:v>
                </c:pt>
                <c:pt idx="10">
                  <c:v>29</c:v>
                </c:pt>
                <c:pt idx="11">
                  <c:v>30</c:v>
                </c:pt>
                <c:pt idx="12">
                  <c:v>31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36</c:v>
                </c:pt>
                <c:pt idx="18">
                  <c:v>37</c:v>
                </c:pt>
                <c:pt idx="19">
                  <c:v>38</c:v>
                </c:pt>
                <c:pt idx="20">
                  <c:v>39</c:v>
                </c:pt>
                <c:pt idx="21">
                  <c:v>40</c:v>
                </c:pt>
                <c:pt idx="22">
                  <c:v>41</c:v>
                </c:pt>
                <c:pt idx="23">
                  <c:v>42</c:v>
                </c:pt>
                <c:pt idx="24">
                  <c:v>43</c:v>
                </c:pt>
                <c:pt idx="25">
                  <c:v>44</c:v>
                </c:pt>
                <c:pt idx="26">
                  <c:v>45</c:v>
                </c:pt>
                <c:pt idx="27">
                  <c:v>46</c:v>
                </c:pt>
                <c:pt idx="28">
                  <c:v>47</c:v>
                </c:pt>
                <c:pt idx="29">
                  <c:v>48</c:v>
                </c:pt>
                <c:pt idx="30">
                  <c:v>49</c:v>
                </c:pt>
                <c:pt idx="31">
                  <c:v>50</c:v>
                </c:pt>
                <c:pt idx="32">
                  <c:v>51</c:v>
                </c:pt>
                <c:pt idx="33">
                  <c:v>52</c:v>
                </c:pt>
                <c:pt idx="34">
                  <c:v>53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57</c:v>
                </c:pt>
                <c:pt idx="39">
                  <c:v>58</c:v>
                </c:pt>
                <c:pt idx="40">
                  <c:v>59</c:v>
                </c:pt>
                <c:pt idx="41">
                  <c:v>60</c:v>
                </c:pt>
                <c:pt idx="42">
                  <c:v>61</c:v>
                </c:pt>
                <c:pt idx="43">
                  <c:v>62</c:v>
                </c:pt>
                <c:pt idx="44">
                  <c:v>63</c:v>
                </c:pt>
                <c:pt idx="45">
                  <c:v>64</c:v>
                </c:pt>
                <c:pt idx="46">
                  <c:v>65</c:v>
                </c:pt>
                <c:pt idx="47">
                  <c:v>66</c:v>
                </c:pt>
                <c:pt idx="48">
                  <c:v>67</c:v>
                </c:pt>
                <c:pt idx="49">
                  <c:v>68</c:v>
                </c:pt>
                <c:pt idx="50">
                  <c:v>69</c:v>
                </c:pt>
                <c:pt idx="51">
                  <c:v>70</c:v>
                </c:pt>
                <c:pt idx="52">
                  <c:v>71</c:v>
                </c:pt>
                <c:pt idx="53">
                  <c:v>72</c:v>
                </c:pt>
                <c:pt idx="54">
                  <c:v>73</c:v>
                </c:pt>
                <c:pt idx="55">
                  <c:v>74</c:v>
                </c:pt>
                <c:pt idx="56">
                  <c:v>75</c:v>
                </c:pt>
                <c:pt idx="57">
                  <c:v>76</c:v>
                </c:pt>
                <c:pt idx="58">
                  <c:v>77</c:v>
                </c:pt>
                <c:pt idx="59">
                  <c:v>78</c:v>
                </c:pt>
                <c:pt idx="60">
                  <c:v>79</c:v>
                </c:pt>
              </c:strCache>
            </c:strRef>
          </c:cat>
          <c:val>
            <c:numRef>
              <c:f>Sheet1!$B$4:$BJ$4</c:f>
              <c:numCache>
                <c:formatCode>General</c:formatCode>
                <c:ptCount val="61"/>
                <c:pt idx="0">
                  <c:v>-0.86631999999999465</c:v>
                </c:pt>
                <c:pt idx="1">
                  <c:v>-0.85824999999999818</c:v>
                </c:pt>
                <c:pt idx="2">
                  <c:v>-0.84816000000000003</c:v>
                </c:pt>
                <c:pt idx="3">
                  <c:v>-0.83605000000000018</c:v>
                </c:pt>
                <c:pt idx="4">
                  <c:v>-0.82191999999999865</c:v>
                </c:pt>
                <c:pt idx="5">
                  <c:v>-0.80576999999999543</c:v>
                </c:pt>
                <c:pt idx="6">
                  <c:v>-0.78759999999999764</c:v>
                </c:pt>
                <c:pt idx="7">
                  <c:v>-0.76740999999999815</c:v>
                </c:pt>
                <c:pt idx="8">
                  <c:v>-0.74519999999999698</c:v>
                </c:pt>
                <c:pt idx="9">
                  <c:v>-0.72097000000000122</c:v>
                </c:pt>
                <c:pt idx="10">
                  <c:v>-0.69471999999999667</c:v>
                </c:pt>
                <c:pt idx="11">
                  <c:v>-0.66645000000000465</c:v>
                </c:pt>
                <c:pt idx="12">
                  <c:v>-0.63615999999999673</c:v>
                </c:pt>
                <c:pt idx="13">
                  <c:v>-0.60385000000000133</c:v>
                </c:pt>
                <c:pt idx="14">
                  <c:v>-0.56951999999999714</c:v>
                </c:pt>
                <c:pt idx="15">
                  <c:v>-0.53316999999999837</c:v>
                </c:pt>
                <c:pt idx="16">
                  <c:v>-0.49479999999999791</c:v>
                </c:pt>
                <c:pt idx="17">
                  <c:v>-0.45441000000000287</c:v>
                </c:pt>
                <c:pt idx="18">
                  <c:v>-0.41200000000000614</c:v>
                </c:pt>
                <c:pt idx="19">
                  <c:v>-0.36757000000000062</c:v>
                </c:pt>
                <c:pt idx="20">
                  <c:v>-0.32112000000000052</c:v>
                </c:pt>
                <c:pt idx="21">
                  <c:v>-0.27264999999999873</c:v>
                </c:pt>
                <c:pt idx="22">
                  <c:v>-0.22216000000000236</c:v>
                </c:pt>
                <c:pt idx="23">
                  <c:v>-0.16964999999999719</c:v>
                </c:pt>
                <c:pt idx="24">
                  <c:v>-0.11511999999999745</c:v>
                </c:pt>
                <c:pt idx="25">
                  <c:v>-5.8569999999996014E-2</c:v>
                </c:pt>
                <c:pt idx="26">
                  <c:v>0</c:v>
                </c:pt>
                <c:pt idx="27">
                  <c:v>6.0589999999997701E-2</c:v>
                </c:pt>
                <c:pt idx="28">
                  <c:v>0.1232000000000042</c:v>
                </c:pt>
                <c:pt idx="29">
                  <c:v>0.18782999999999817</c:v>
                </c:pt>
                <c:pt idx="30">
                  <c:v>0.25448000000000093</c:v>
                </c:pt>
                <c:pt idx="31">
                  <c:v>0.32314999999999827</c:v>
                </c:pt>
                <c:pt idx="32">
                  <c:v>0.39384000000000441</c:v>
                </c:pt>
                <c:pt idx="33">
                  <c:v>0.46654999999999802</c:v>
                </c:pt>
                <c:pt idx="34">
                  <c:v>0.54128000000000043</c:v>
                </c:pt>
                <c:pt idx="35">
                  <c:v>0.61802999999999741</c:v>
                </c:pt>
                <c:pt idx="36">
                  <c:v>0.69679999999999609</c:v>
                </c:pt>
                <c:pt idx="37">
                  <c:v>0.77759000000000356</c:v>
                </c:pt>
                <c:pt idx="38">
                  <c:v>0.8603999999999985</c:v>
                </c:pt>
                <c:pt idx="39">
                  <c:v>0.94523000000000224</c:v>
                </c:pt>
                <c:pt idx="40">
                  <c:v>1.0320800000000006</c:v>
                </c:pt>
                <c:pt idx="41">
                  <c:v>1.1209500000000006</c:v>
                </c:pt>
                <c:pt idx="42">
                  <c:v>1.2118400000000022</c:v>
                </c:pt>
                <c:pt idx="43">
                  <c:v>1.3047500000000056</c:v>
                </c:pt>
                <c:pt idx="44">
                  <c:v>1.3996800000000036</c:v>
                </c:pt>
                <c:pt idx="45">
                  <c:v>1.4966299999999961</c:v>
                </c:pt>
                <c:pt idx="46">
                  <c:v>1.5956000000000046</c:v>
                </c:pt>
                <c:pt idx="47">
                  <c:v>1.6965900000000005</c:v>
                </c:pt>
                <c:pt idx="48">
                  <c:v>1.7996000000000052</c:v>
                </c:pt>
                <c:pt idx="49">
                  <c:v>1.9046299999999974</c:v>
                </c:pt>
                <c:pt idx="50">
                  <c:v>2.0116800000000055</c:v>
                </c:pt>
                <c:pt idx="51">
                  <c:v>2.120750000000001</c:v>
                </c:pt>
                <c:pt idx="52">
                  <c:v>2.2318399999999983</c:v>
                </c:pt>
                <c:pt idx="53">
                  <c:v>2.3449499999999972</c:v>
                </c:pt>
                <c:pt idx="54">
                  <c:v>2.4600799999999978</c:v>
                </c:pt>
                <c:pt idx="55">
                  <c:v>2.5772300000000001</c:v>
                </c:pt>
                <c:pt idx="56">
                  <c:v>2.696399999999997</c:v>
                </c:pt>
                <c:pt idx="57">
                  <c:v>2.8175900000000027</c:v>
                </c:pt>
                <c:pt idx="58">
                  <c:v>2.9407999999999959</c:v>
                </c:pt>
                <c:pt idx="59">
                  <c:v>3.0660300000000049</c:v>
                </c:pt>
                <c:pt idx="60">
                  <c:v>3.1932800000000015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A9-418E-A887-AC0105E53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171584"/>
        <c:axId val="100706560"/>
      </c:lineChart>
      <c:catAx>
        <c:axId val="1351715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Age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6560"/>
        <c:crossesAt val="-2"/>
        <c:auto val="1"/>
        <c:lblAlgn val="ctr"/>
        <c:lblOffset val="100"/>
        <c:noMultiLvlLbl val="0"/>
      </c:catAx>
      <c:valAx>
        <c:axId val="100706560"/>
        <c:scaling>
          <c:orientation val="minMax"/>
          <c:max val="7"/>
          <c:min val="-2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351715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27192365378741E-2"/>
          <c:y val="0.19459656084656088"/>
          <c:w val="0.88715184264536162"/>
          <c:h val="0.5943434744268077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Sheet1!$B$1:$N$1</c:f>
              <c:strCache>
                <c:ptCount val="13"/>
                <c:pt idx="0">
                  <c:v>2001</c:v>
                </c:pt>
                <c:pt idx="1">
                  <c:v>2005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</c:strCache>
            </c:strRef>
          </c:cat>
          <c:val>
            <c:numRef>
              <c:f>Sheet1!$B$2:$N$2</c:f>
              <c:numCache>
                <c:formatCode>General</c:formatCode>
                <c:ptCount val="13"/>
                <c:pt idx="0" formatCode="#,##0">
                  <c:v>-0.32290000000000002</c:v>
                </c:pt>
                <c:pt idx="1">
                  <c:v>-1.8068</c:v>
                </c:pt>
                <c:pt idx="2">
                  <c:v>-0.38059999999999999</c:v>
                </c:pt>
                <c:pt idx="3">
                  <c:v>-2.3411</c:v>
                </c:pt>
                <c:pt idx="4">
                  <c:v>-1.7884</c:v>
                </c:pt>
                <c:pt idx="5">
                  <c:v>-0.77959999999999996</c:v>
                </c:pt>
                <c:pt idx="6">
                  <c:v>-0.73209999999999997</c:v>
                </c:pt>
                <c:pt idx="7">
                  <c:v>-0.4773</c:v>
                </c:pt>
                <c:pt idx="8">
                  <c:v>1.7716000000000001</c:v>
                </c:pt>
                <c:pt idx="9">
                  <c:v>2.3786999999999998</c:v>
                </c:pt>
                <c:pt idx="10">
                  <c:v>2.3172999999999999</c:v>
                </c:pt>
                <c:pt idx="11">
                  <c:v>1.1825000000000001</c:v>
                </c:pt>
                <c:pt idx="12">
                  <c:v>0.97870000000000001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4C-4B58-8D9E-6F6C618468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Sheet1!$B$1:$N$1</c:f>
              <c:strCache>
                <c:ptCount val="13"/>
                <c:pt idx="0">
                  <c:v>2001</c:v>
                </c:pt>
                <c:pt idx="1">
                  <c:v>2005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</c:strCache>
            </c:strRef>
          </c:cat>
          <c:val>
            <c:numRef>
              <c:f>Sheet1!$B$3:$N$3</c:f>
              <c:numCache>
                <c:formatCode>General</c:formatCode>
                <c:ptCount val="13"/>
                <c:pt idx="0">
                  <c:v>0.48199999999999998</c:v>
                </c:pt>
                <c:pt idx="1">
                  <c:v>-1.0724</c:v>
                </c:pt>
                <c:pt idx="2">
                  <c:v>0.44619999999999999</c:v>
                </c:pt>
                <c:pt idx="3">
                  <c:v>-1.9941</c:v>
                </c:pt>
                <c:pt idx="4">
                  <c:v>-1.6071</c:v>
                </c:pt>
                <c:pt idx="5">
                  <c:v>-0.89280000000000004</c:v>
                </c:pt>
                <c:pt idx="6">
                  <c:v>-0.78169999999999995</c:v>
                </c:pt>
                <c:pt idx="7">
                  <c:v>-0.36</c:v>
                </c:pt>
                <c:pt idx="8">
                  <c:v>1.0195000000000001</c:v>
                </c:pt>
                <c:pt idx="9">
                  <c:v>1.7738</c:v>
                </c:pt>
                <c:pt idx="10">
                  <c:v>1.9975000000000001</c:v>
                </c:pt>
                <c:pt idx="11">
                  <c:v>0.67789999999999995</c:v>
                </c:pt>
                <c:pt idx="12">
                  <c:v>0.31119999999999998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4C-4B58-8D9E-6F6C6184680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Sheet1!$B$1:$N$1</c:f>
              <c:strCache>
                <c:ptCount val="13"/>
                <c:pt idx="0">
                  <c:v>2001</c:v>
                </c:pt>
                <c:pt idx="1">
                  <c:v>2005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</c:strCache>
            </c:strRef>
          </c:cat>
          <c:val>
            <c:numRef>
              <c:f>Sheet1!$B$4:$N$4</c:f>
              <c:numCache>
                <c:formatCode>General</c:formatCode>
                <c:ptCount val="13"/>
                <c:pt idx="0">
                  <c:v>-1.1485000000000001</c:v>
                </c:pt>
                <c:pt idx="1">
                  <c:v>-2.3613</c:v>
                </c:pt>
                <c:pt idx="2">
                  <c:v>-1.1240000000000001</c:v>
                </c:pt>
                <c:pt idx="3">
                  <c:v>-2.5230999999999999</c:v>
                </c:pt>
                <c:pt idx="4">
                  <c:v>-1.8407</c:v>
                </c:pt>
                <c:pt idx="5">
                  <c:v>-0.59960000000000002</c:v>
                </c:pt>
                <c:pt idx="6">
                  <c:v>-0.67369999999999997</c:v>
                </c:pt>
                <c:pt idx="7">
                  <c:v>-0.60870000000000002</c:v>
                </c:pt>
                <c:pt idx="8">
                  <c:v>2.4380999999999999</c:v>
                </c:pt>
                <c:pt idx="9">
                  <c:v>2.8858000000000001</c:v>
                </c:pt>
                <c:pt idx="10">
                  <c:v>2.4540000000000002</c:v>
                </c:pt>
                <c:pt idx="11">
                  <c:v>1.5666</c:v>
                </c:pt>
                <c:pt idx="12">
                  <c:v>1.5351999999999999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C-4B58-8D9E-6F6C61846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4992"/>
        <c:axId val="100707136"/>
      </c:lineChart>
      <c:catAx>
        <c:axId val="147284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Period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7136"/>
        <c:crossesAt val="-5"/>
        <c:auto val="1"/>
        <c:lblAlgn val="ctr"/>
        <c:lblOffset val="100"/>
        <c:noMultiLvlLbl val="0"/>
      </c:catAx>
      <c:valAx>
        <c:axId val="100707136"/>
        <c:scaling>
          <c:orientation val="minMax"/>
          <c:max val="3"/>
          <c:min val="-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28499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6697345604908627E-2"/>
          <c:y val="0.16099867724867725"/>
          <c:w val="0.85671735360810997"/>
          <c:h val="0.541160052910052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전체</c:v>
                </c:pt>
              </c:strCache>
            </c:strRef>
          </c:tx>
          <c:spPr>
            <a:ln w="15875">
              <a:solidFill>
                <a:srgbClr val="424242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424242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-3.8309000000000002</c:v>
                </c:pt>
                <c:pt idx="1">
                  <c:v>-0.59150000000000003</c:v>
                </c:pt>
                <c:pt idx="2">
                  <c:v>1.159</c:v>
                </c:pt>
                <c:pt idx="3">
                  <c:v>1.6012999999999999</c:v>
                </c:pt>
                <c:pt idx="4">
                  <c:v>1.8507</c:v>
                </c:pt>
                <c:pt idx="5">
                  <c:v>2.4929999999999999</c:v>
                </c:pt>
                <c:pt idx="6">
                  <c:v>1.8122</c:v>
                </c:pt>
                <c:pt idx="7">
                  <c:v>1.8549</c:v>
                </c:pt>
                <c:pt idx="8">
                  <c:v>0.56140000000000001</c:v>
                </c:pt>
                <c:pt idx="9">
                  <c:v>-0.49099999999999999</c:v>
                </c:pt>
                <c:pt idx="10">
                  <c:v>-2.1128</c:v>
                </c:pt>
                <c:pt idx="11">
                  <c:v>-4.3063000000000002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08-478F-9FC8-7EA4F1FF9B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남성</c:v>
                </c:pt>
              </c:strCache>
            </c:strRef>
          </c:tx>
          <c:spPr>
            <a:ln w="15875">
              <a:solidFill>
                <a:srgbClr val="8B0029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8B0029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-4.5453999999999999</c:v>
                </c:pt>
                <c:pt idx="1">
                  <c:v>-0.88080000000000003</c:v>
                </c:pt>
                <c:pt idx="2">
                  <c:v>0.49349999999999999</c:v>
                </c:pt>
                <c:pt idx="3">
                  <c:v>1.2778</c:v>
                </c:pt>
                <c:pt idx="4">
                  <c:v>1.6052</c:v>
                </c:pt>
                <c:pt idx="5">
                  <c:v>2.306</c:v>
                </c:pt>
                <c:pt idx="6">
                  <c:v>1.8706</c:v>
                </c:pt>
                <c:pt idx="7">
                  <c:v>1.5793999999999999</c:v>
                </c:pt>
                <c:pt idx="8">
                  <c:v>0.26500000000000001</c:v>
                </c:pt>
                <c:pt idx="9">
                  <c:v>-8.3599999999999994E-2</c:v>
                </c:pt>
                <c:pt idx="10">
                  <c:v>-0.72550000000000003</c:v>
                </c:pt>
                <c:pt idx="11">
                  <c:v>-3.1623000000000001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08-478F-9FC8-7EA4F1FF9B0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여성</c:v>
                </c:pt>
              </c:strCache>
            </c:strRef>
          </c:tx>
          <c:spPr>
            <a:ln w="15875">
              <a:solidFill>
                <a:srgbClr val="D99694"/>
              </a:solidFill>
            </a:ln>
          </c:spPr>
          <c:marker>
            <c:symbol val="circle"/>
            <c:size val="5"/>
            <c:spPr>
              <a:solidFill>
                <a:schemeClr val="bg1"/>
              </a:solidFill>
              <a:ln w="12700">
                <a:solidFill>
                  <a:srgbClr val="D99694"/>
                </a:solidFill>
              </a:ln>
            </c:spPr>
          </c:marker>
          <c:cat>
            <c:strRef>
              <c:f>Sheet1!$B$1:$M$1</c:f>
              <c:strCache>
                <c:ptCount val="12"/>
                <c:pt idx="0">
                  <c:v>1919-1939</c:v>
                </c:pt>
                <c:pt idx="1">
                  <c:v>1940-1944</c:v>
                </c:pt>
                <c:pt idx="2">
                  <c:v>1945-1949</c:v>
                </c:pt>
                <c:pt idx="3">
                  <c:v>1950-1954</c:v>
                </c:pt>
                <c:pt idx="4">
                  <c:v>1955-1959</c:v>
                </c:pt>
                <c:pt idx="5">
                  <c:v>1960-1964</c:v>
                </c:pt>
                <c:pt idx="6">
                  <c:v>1965-1969</c:v>
                </c:pt>
                <c:pt idx="7">
                  <c:v>1970-1974</c:v>
                </c:pt>
                <c:pt idx="8">
                  <c:v>1975-1979</c:v>
                </c:pt>
                <c:pt idx="9">
                  <c:v>1980-1984</c:v>
                </c:pt>
                <c:pt idx="10">
                  <c:v>1985-1989</c:v>
                </c:pt>
                <c:pt idx="11">
                  <c:v>1990-1998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-3.4497</c:v>
                </c:pt>
                <c:pt idx="1">
                  <c:v>-0.67859999999999998</c:v>
                </c:pt>
                <c:pt idx="2">
                  <c:v>1.3644000000000001</c:v>
                </c:pt>
                <c:pt idx="3">
                  <c:v>1.4656</c:v>
                </c:pt>
                <c:pt idx="4">
                  <c:v>1.7419</c:v>
                </c:pt>
                <c:pt idx="5">
                  <c:v>2.3304</c:v>
                </c:pt>
                <c:pt idx="6">
                  <c:v>1.546</c:v>
                </c:pt>
                <c:pt idx="7">
                  <c:v>2.1402999999999999</c:v>
                </c:pt>
                <c:pt idx="8">
                  <c:v>1.2475000000000001</c:v>
                </c:pt>
                <c:pt idx="9">
                  <c:v>-0.3695</c:v>
                </c:pt>
                <c:pt idx="10">
                  <c:v>-2.8279000000000001</c:v>
                </c:pt>
                <c:pt idx="11">
                  <c:v>-4.5105000000000004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08-478F-9FC8-7EA4F1FF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58688"/>
        <c:axId val="100708864"/>
      </c:lineChart>
      <c:catAx>
        <c:axId val="147058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defRPr>
                </a:pPr>
                <a:r>
                  <a:rPr lang="en-US" altLang="ko-KR" b="0" dirty="0">
                    <a:latin typeface="나눔스퀘어_ac Bold" panose="020B0600000101010101" pitchFamily="50" charset="-127"/>
                    <a:ea typeface="나눔스퀘어_ac Bold" panose="020B0600000101010101" pitchFamily="50" charset="-127"/>
                  </a:rPr>
                  <a:t>Cohort</a:t>
                </a:r>
                <a:endParaRPr lang="ko-KR" altLang="en-US" b="0" dirty="0">
                  <a:latin typeface="나눔스퀘어_ac Bold" panose="020B0600000101010101" pitchFamily="50" charset="-127"/>
                  <a:ea typeface="나눔스퀘어_ac Bold" panose="020B0600000101010101" pitchFamily="50" charset="-127"/>
                </a:endParaRP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txPr>
          <a:bodyPr/>
          <a:lstStyle/>
          <a:p>
            <a:pPr>
              <a:defRPr sz="700"/>
            </a:pPr>
            <a:endParaRPr lang="ko-KR"/>
          </a:p>
        </c:txPr>
        <c:crossAx val="100708864"/>
        <c:crossesAt val="-5"/>
        <c:auto val="1"/>
        <c:lblAlgn val="ctr"/>
        <c:lblOffset val="100"/>
        <c:noMultiLvlLbl val="0"/>
      </c:catAx>
      <c:valAx>
        <c:axId val="100708864"/>
        <c:scaling>
          <c:orientation val="minMax"/>
          <c:max val="3"/>
          <c:min val="-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>
            <a:solidFill>
              <a:schemeClr val="bg1">
                <a:lumMod val="85000"/>
              </a:schemeClr>
            </a:solidFill>
          </a:ln>
        </c:spPr>
        <c:crossAx val="147058688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9910155555555553"/>
          <c:y val="0"/>
          <c:w val="0.60659711111111114"/>
          <c:h val="8.2603615520282184E-2"/>
        </c:manualLayout>
      </c:layout>
      <c:overlay val="0"/>
      <c:spPr>
        <a:ln>
          <a:noFill/>
        </a:ln>
      </c:spPr>
    </c:legend>
    <c:plotVisOnly val="1"/>
    <c:dispBlanksAs val="span"/>
    <c:showDLblsOverMax val="0"/>
  </c:chart>
  <c:txPr>
    <a:bodyPr/>
    <a:lstStyle/>
    <a:p>
      <a:pPr>
        <a:defRPr sz="800">
          <a:solidFill>
            <a:schemeClr val="tx1"/>
          </a:solidFill>
          <a:latin typeface="나눔스퀘어_ac" pitchFamily="50" charset="-127"/>
          <a:ea typeface="나눔스퀘어_ac" pitchFamily="50" charset="-127"/>
        </a:defRPr>
      </a:pPr>
      <a:endParaRPr lang="ko-K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47647-03CD-4ECE-8E93-65A5457D1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6493B8-1D74-4A4F-9785-9C6EB057F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FF453-6697-4273-A6D4-94CDF832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D1763-8870-4098-A217-E34C645F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FF611-BDB3-4086-B1D6-9FB52CE9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03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51DC2-50F4-46D1-9CC4-68B9CF1A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61DFA8-5BAF-417C-922D-EF216F468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1108A-A5D0-4FE3-9E06-806CF175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50AA1-B708-4AF8-97CF-D3151C54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3566B-3E2A-4071-BBCB-3F20CAFC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99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E677F-5999-44FD-B13C-EF003217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35DB85-77AC-4664-982E-AAD0AF50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73D72E-B04A-4DC7-8D42-88C1BF99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DDE7B7-C01E-4572-9747-3C39B35A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B17CE-434E-43A5-A042-18D3B08A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5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9CE6F-69F0-45E9-85F2-E5009903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9D6ED-8F3D-4D1E-A553-9D7BEA2B9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577EB7-E5EE-45DA-A3EB-CB958BC1C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B6CCC2-1D32-49AC-890A-79559D4D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188FD7-C926-4D54-86A2-3DC01169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0610B6-CBB7-4465-9800-D85C0DCB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51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13D9B-045B-40C6-A8BF-B2A28C57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BC508F-AA3E-46AB-A1B0-981BDC786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3C4E38-B2D2-4740-BDCB-2F2FA02C7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4D310A-7F25-4F1F-A788-023768ADB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6EE37E-BFA5-405F-A6F7-F54D3477E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6F626F-50C2-491F-AB56-3832B19A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9C4A17-C7F9-4A24-A049-04C16BC5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AC7A65-AD11-4662-91D8-A5337192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9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810E0-E77B-473E-9FC0-AB17A4D3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C818EE-95EE-4E4A-B6CF-B0E328C5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B55AC7-78D0-46A5-A69E-8CB2D679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370F84-5370-447E-A269-D2BF5226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47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4B4AA3-BB0E-467E-8A74-7BED35D3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1CD5F1-7611-4F93-B4B1-9A44CF84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532E2-5261-4E87-8CD0-DAA34AB5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79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7A894-90BC-401F-8A2C-9B601F5D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29915-5E10-4014-BDAB-F51C4F0E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922D69-6D03-4016-8056-60A2F4A6E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24E89C-77A6-436F-9194-531769A2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05E32-B3A6-40CE-B7D6-8569463B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DF033D-378D-4429-86F8-DB09950C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57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B3F27-8B9B-4136-970B-17055BC2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A5EA09-3252-411F-849A-3E7B9CE9E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2EDBC7-836D-44DA-A825-C45C8D72D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C79DCA-E607-4C51-A5F3-D54CE2C1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6E8C8-C27D-4016-8625-EE0A8C17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C6C38-F8F7-4EF9-9E0A-6563A90B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4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E01F6-02FC-464F-99EB-ED1CEC56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E09D96-4716-4A08-8F26-6F832A450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4B316-3CF5-4C43-94E3-42D15B40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8405B0-415B-484B-A371-B38F20BE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17F868-4CAA-489E-89B3-41A62E9D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2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BFC567-11FD-49F0-9FDD-C9AF5F29A8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C0EBC-6DC4-4077-B697-6F61512AD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DAB4A-BD8C-4282-BC23-0448F942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FC43A-4351-4FE1-B46B-48064693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333C1-4825-44AE-9BCD-2475327A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83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6723EF-4BF9-4DCC-8E2F-FE6A8588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76C582-490A-4A60-B80B-105A4C620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FE62E4-E9DE-4887-B6A5-DFF89BF0F8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9E538-4A05-4A2C-95F9-468747BE6816}" type="datetimeFigureOut">
              <a:rPr lang="ko-KR" altLang="en-US" smtClean="0"/>
              <a:t>2019-12-03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24E2C-37FC-42BC-BF4E-5906F6DAB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2B116-440E-4890-B110-36D841E06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9F7F6-7B77-42F0-B059-224EEC4D3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0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95B6DA2A-AF55-4794-9279-93778A6D05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586887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내용 개체 틀 5">
            <a:extLst>
              <a:ext uri="{FF2B5EF4-FFF2-40B4-BE49-F238E27FC236}">
                <a16:creationId xmlns:a16="http://schemas.microsoft.com/office/drawing/2014/main" id="{B51CA6C9-CAC7-43F5-963E-3648C1A133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808732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내용 개체 틀 5">
            <a:extLst>
              <a:ext uri="{FF2B5EF4-FFF2-40B4-BE49-F238E27FC236}">
                <a16:creationId xmlns:a16="http://schemas.microsoft.com/office/drawing/2014/main" id="{40AA151C-CCF1-4253-AED2-42648B5AE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278829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EC97BD-0E1C-4B95-93F5-314F908461F0}"/>
              </a:ext>
            </a:extLst>
          </p:cNvPr>
          <p:cNvSpPr txBox="1"/>
          <p:nvPr/>
        </p:nvSpPr>
        <p:spPr>
          <a:xfrm>
            <a:off x="1282535" y="1056904"/>
            <a:ext cx="22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당뇨유병율</a:t>
            </a:r>
            <a:r>
              <a:rPr lang="en-US" altLang="ko-KR" dirty="0"/>
              <a:t> (</a:t>
            </a:r>
            <a:r>
              <a:rPr lang="en-US" altLang="ko-KR" dirty="0" err="1"/>
              <a:t>dm_pr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44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혈당이상</a:t>
            </a:r>
            <a:r>
              <a:rPr lang="en-US" altLang="ko-KR" dirty="0"/>
              <a:t> (</a:t>
            </a:r>
            <a:r>
              <a:rPr lang="en-US" altLang="ko-KR" dirty="0" err="1"/>
              <a:t>dm_glu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6801664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0094785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570517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28748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590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당뇨인지율</a:t>
            </a:r>
            <a:r>
              <a:rPr lang="en-US" altLang="ko-KR" dirty="0"/>
              <a:t> (</a:t>
            </a:r>
            <a:r>
              <a:rPr lang="en-US" altLang="ko-KR" dirty="0" err="1"/>
              <a:t>dm_recog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360887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862959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727375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6537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25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당뇨치료율</a:t>
            </a:r>
            <a:r>
              <a:rPr lang="en-US" altLang="ko-KR" dirty="0"/>
              <a:t> (</a:t>
            </a:r>
            <a:r>
              <a:rPr lang="en-US" altLang="ko-KR" dirty="0" err="1"/>
              <a:t>dm_trt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701526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6075634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3E404AC3-15AC-4233-BBE9-FAE399586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678497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0515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375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당뇨조절율</a:t>
            </a:r>
            <a:r>
              <a:rPr lang="en-US" altLang="ko-KR" dirty="0"/>
              <a:t>(</a:t>
            </a:r>
            <a:r>
              <a:rPr lang="ko-KR" altLang="en-US" dirty="0"/>
              <a:t>유병자기준</a:t>
            </a:r>
            <a:r>
              <a:rPr lang="en-US" altLang="ko-KR" dirty="0"/>
              <a:t>) (</a:t>
            </a:r>
            <a:r>
              <a:rPr lang="en-US" altLang="ko-KR" dirty="0" err="1"/>
              <a:t>dm_cont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382507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0002071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8677975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37720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비만 </a:t>
            </a:r>
            <a:r>
              <a:rPr lang="en-US" altLang="ko-KR" dirty="0"/>
              <a:t>(</a:t>
            </a:r>
            <a:r>
              <a:rPr lang="en-US" altLang="ko-KR" dirty="0" err="1"/>
              <a:t>obe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631344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860185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667867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2668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46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고혈압 </a:t>
            </a:r>
            <a:r>
              <a:rPr lang="ko-KR" altLang="en-US" dirty="0" err="1"/>
              <a:t>유병율</a:t>
            </a:r>
            <a:r>
              <a:rPr lang="en-US" altLang="ko-KR" dirty="0"/>
              <a:t> (</a:t>
            </a:r>
            <a:r>
              <a:rPr lang="en-US" altLang="ko-KR" dirty="0" err="1"/>
              <a:t>hp_pr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1776848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313166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784846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64371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혈압이상</a:t>
            </a:r>
            <a:r>
              <a:rPr lang="en-US" altLang="ko-KR" dirty="0"/>
              <a:t> (</a:t>
            </a:r>
            <a:r>
              <a:rPr lang="en-US" altLang="ko-KR" dirty="0" err="1"/>
              <a:t>hp_bp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4311374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228406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9112259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2077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361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고콜레스테롤 </a:t>
            </a:r>
            <a:r>
              <a:rPr lang="ko-KR" altLang="en-US" dirty="0" err="1"/>
              <a:t>유병율</a:t>
            </a:r>
            <a:r>
              <a:rPr lang="en-US" altLang="ko-KR" dirty="0"/>
              <a:t> (he_hchol2)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1966122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1758458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976932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5320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346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총고콜레스테롤이상</a:t>
            </a:r>
            <a:r>
              <a:rPr lang="en-US" altLang="ko-KR" dirty="0"/>
              <a:t> (hchol_tc2)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049321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906048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4305484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1758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흡연 </a:t>
            </a:r>
            <a:r>
              <a:rPr lang="en-US" altLang="ko-KR" dirty="0"/>
              <a:t>(</a:t>
            </a:r>
            <a:r>
              <a:rPr lang="en-US" altLang="ko-KR" dirty="0" err="1"/>
              <a:t>smk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530749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981430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131892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8670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56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월간음주율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dr_month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6989057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50050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337023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1925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고위험음주율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dr_high_risk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171749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9726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내용 개체 틀 5">
            <a:extLst>
              <a:ext uri="{FF2B5EF4-FFF2-40B4-BE49-F238E27FC236}">
                <a16:creationId xmlns:a16="http://schemas.microsoft.com/office/drawing/2014/main" id="{BB1CD717-32FA-4A0F-8E90-2C6571F23C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960043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6188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폭음률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dr_binge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8901529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567727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9383311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75498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1685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걷기 </a:t>
            </a:r>
            <a:r>
              <a:rPr lang="en-US" altLang="ko-KR" dirty="0"/>
              <a:t>(</a:t>
            </a:r>
            <a:r>
              <a:rPr lang="en-US" altLang="ko-KR" dirty="0" err="1"/>
              <a:t>pa_walk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791425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491418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0342940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13613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2407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근력운동</a:t>
            </a:r>
            <a:r>
              <a:rPr lang="en-US" altLang="ko-KR" dirty="0"/>
              <a:t> (</a:t>
            </a:r>
            <a:r>
              <a:rPr lang="en-US" altLang="ko-KR" dirty="0" err="1"/>
              <a:t>pa_muscle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64106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2291129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3436005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851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313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유산소신체활동 </a:t>
            </a:r>
            <a:r>
              <a:rPr lang="en-US" altLang="ko-KR" dirty="0"/>
              <a:t>(</a:t>
            </a:r>
            <a:r>
              <a:rPr lang="en-US" altLang="ko-KR" dirty="0" err="1"/>
              <a:t>pa_aerobic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367428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820888"/>
              </p:ext>
            </p:extLst>
          </p:nvPr>
        </p:nvGraphicFramePr>
        <p:xfrm>
          <a:off x="7725873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내용 개체 틀 5">
            <a:extLst>
              <a:ext uri="{FF2B5EF4-FFF2-40B4-BE49-F238E27FC236}">
                <a16:creationId xmlns:a16="http://schemas.microsoft.com/office/drawing/2014/main" id="{65E7D8F3-02EB-4453-AEAD-C4C9BE373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4098290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32233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18C1DF-D17B-40DE-9713-9D7C390A1A6A}"/>
              </a:ext>
            </a:extLst>
          </p:cNvPr>
          <p:cNvSpPr txBox="1"/>
          <p:nvPr/>
        </p:nvSpPr>
        <p:spPr>
          <a:xfrm>
            <a:off x="1282535" y="10569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식사질지수</a:t>
            </a:r>
            <a:endParaRPr lang="ko-KR" altLang="en-US" dirty="0"/>
          </a:p>
        </p:txBody>
      </p:sp>
      <p:graphicFrame>
        <p:nvGraphicFramePr>
          <p:cNvPr id="10" name="내용 개체 틀 5">
            <a:extLst>
              <a:ext uri="{FF2B5EF4-FFF2-40B4-BE49-F238E27FC236}">
                <a16:creationId xmlns:a16="http://schemas.microsoft.com/office/drawing/2014/main" id="{EA701228-CB06-4431-A398-056B0DE06B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0409782"/>
              </p:ext>
            </p:extLst>
          </p:nvPr>
        </p:nvGraphicFramePr>
        <p:xfrm>
          <a:off x="1469684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F7AA9B1B-A5CC-4A2F-B1D7-DD98A7AFF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107644"/>
              </p:ext>
            </p:extLst>
          </p:nvPr>
        </p:nvGraphicFramePr>
        <p:xfrm>
          <a:off x="4445727" y="2404988"/>
          <a:ext cx="3239663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내용 개체 틀 5">
            <a:extLst>
              <a:ext uri="{FF2B5EF4-FFF2-40B4-BE49-F238E27FC236}">
                <a16:creationId xmlns:a16="http://schemas.microsoft.com/office/drawing/2014/main" id="{DC0818EC-6A4E-4C4C-AC46-1A9341576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482662"/>
              </p:ext>
            </p:extLst>
          </p:nvPr>
        </p:nvGraphicFramePr>
        <p:xfrm>
          <a:off x="7723518" y="2404988"/>
          <a:ext cx="29988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53146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5E3F285748FB4490593A0D82AE7845" ma:contentTypeVersion="8" ma:contentTypeDescription="새 문서를 만듭니다." ma:contentTypeScope="" ma:versionID="1435c98658b4577e479936543ec9d19e">
  <xsd:schema xmlns:xsd="http://www.w3.org/2001/XMLSchema" xmlns:xs="http://www.w3.org/2001/XMLSchema" xmlns:p="http://schemas.microsoft.com/office/2006/metadata/properties" xmlns:ns3="6f923da4-9bce-4f61-9cae-cf1a43fd3ff9" targetNamespace="http://schemas.microsoft.com/office/2006/metadata/properties" ma:root="true" ma:fieldsID="dd59a410b867521f6ca96c6bccc627d0" ns3:_="">
    <xsd:import namespace="6f923da4-9bce-4f61-9cae-cf1a43fd3f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23da4-9bce-4f61-9cae-cf1a43fd3f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A1E771-83B6-43A6-B0BE-F967C0496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AA5019-4B33-4473-A1CA-78EBD9F946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923da4-9bce-4f61-9cae-cf1a43fd3f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BA326A-499A-4899-BE67-4F35FB2A43AF}">
  <ds:schemaRefs>
    <ds:schemaRef ds:uri="6f923da4-9bce-4f61-9cae-cf1a43fd3ff9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160</Words>
  <Application>Microsoft Office PowerPoint</Application>
  <PresentationFormat>와이드스크린</PresentationFormat>
  <Paragraphs>72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 garam</dc:creator>
  <cp:lastModifiedBy>fromhajin@gmail.com</cp:lastModifiedBy>
  <cp:revision>17</cp:revision>
  <dcterms:created xsi:type="dcterms:W3CDTF">2019-12-02T08:06:58Z</dcterms:created>
  <dcterms:modified xsi:type="dcterms:W3CDTF">2019-12-03T02:26:18Z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0x0101003F5E3F285748FB4490593A0D82AE7845</vt:lpwstr>
  </property>
</Properties>
</file>